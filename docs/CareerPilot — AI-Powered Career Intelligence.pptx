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9" r:id="rId6"/>
    <p:sldId id="260" r:id="rId7"/>
    <p:sldId id="261"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04" y="3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9.xml.rels><?xml version="1.0" encoding="UTF-8" standalone="yes"?>
<Relationships xmlns="http://schemas.openxmlformats.org/package/2006/relationships"><Relationship Id="rId8" Type="http://schemas.openxmlformats.org/officeDocument/2006/relationships/hyperlink" Target="https://www.linkedin.com/in/zainwebdev/" TargetMode="External"/><Relationship Id="rId13" Type="http://schemas.openxmlformats.org/officeDocument/2006/relationships/hyperlink" Target="https://medium.com/@nirajmind/when-gemini-blocked-my-singapore-vm-a-real-world-journey-through-k3s-cloud-run-proxies-ai-f95846b93566" TargetMode="External"/><Relationship Id="rId3" Type="http://schemas.openxmlformats.org/officeDocument/2006/relationships/hyperlink" Target="https://github.com/nirajmind" TargetMode="External"/><Relationship Id="rId7" Type="http://schemas.openxmlformats.org/officeDocument/2006/relationships/hyperlink" Target="mailto:malikzainulabideen.691@gmail.com" TargetMode="External"/><Relationship Id="rId12" Type="http://schemas.openxmlformats.org/officeDocument/2006/relationships/hyperlink" Target="https://github.com/saadiyaharif" TargetMode="External"/><Relationship Id="rId2" Type="http://schemas.openxmlformats.org/officeDocument/2006/relationships/hyperlink" Target="https://www.linkedin.com/in/nirajadhikary/" TargetMode="External"/><Relationship Id="rId1" Type="http://schemas.openxmlformats.org/officeDocument/2006/relationships/hyperlink" Target="mailto:niky.sway@gmail.com" TargetMode="External"/><Relationship Id="rId6" Type="http://schemas.openxmlformats.org/officeDocument/2006/relationships/hyperlink" Target="https://github.com/allah-nawaz" TargetMode="External"/><Relationship Id="rId11" Type="http://schemas.openxmlformats.org/officeDocument/2006/relationships/hyperlink" Target="https://www.linkedin.com/in/sadiaarif/" TargetMode="External"/><Relationship Id="rId5" Type="http://schemas.openxmlformats.org/officeDocument/2006/relationships/hyperlink" Target="https://www.linkedin.com/in/allahnawaz01/" TargetMode="External"/><Relationship Id="rId10" Type="http://schemas.openxmlformats.org/officeDocument/2006/relationships/hyperlink" Target="mailto:saadiyaharif1@gmail.com" TargetMode="External"/><Relationship Id="rId4" Type="http://schemas.openxmlformats.org/officeDocument/2006/relationships/hyperlink" Target="mailto:allahnawaz106@gmail.com" TargetMode="External"/><Relationship Id="rId9" Type="http://schemas.openxmlformats.org/officeDocument/2006/relationships/hyperlink" Target="https://github.com/ZainDev69" TargetMode="External"/><Relationship Id="rId14" Type="http://schemas.openxmlformats.org/officeDocument/2006/relationships/hyperlink" Target="https://careerpilot.chickenkiller.com/" TargetMode="External"/></Relationships>
</file>

<file path=ppt/diagrams/_rels/drawing9.xml.rels><?xml version="1.0" encoding="UTF-8" standalone="yes"?>
<Relationships xmlns="http://schemas.openxmlformats.org/package/2006/relationships"><Relationship Id="rId8" Type="http://schemas.openxmlformats.org/officeDocument/2006/relationships/hyperlink" Target="https://www.linkedin.com/in/zainwebdev/" TargetMode="External"/><Relationship Id="rId13" Type="http://schemas.openxmlformats.org/officeDocument/2006/relationships/hyperlink" Target="https://medium.com/@nirajmind/when-gemini-blocked-my-singapore-vm-a-real-world-journey-through-k3s-cloud-run-proxies-ai-f95846b93566" TargetMode="External"/><Relationship Id="rId3" Type="http://schemas.openxmlformats.org/officeDocument/2006/relationships/hyperlink" Target="https://github.com/nirajmind" TargetMode="External"/><Relationship Id="rId7" Type="http://schemas.openxmlformats.org/officeDocument/2006/relationships/hyperlink" Target="mailto:malikzainulabideen.691@gmail.com" TargetMode="External"/><Relationship Id="rId12" Type="http://schemas.openxmlformats.org/officeDocument/2006/relationships/hyperlink" Target="https://github.com/saadiyaharif" TargetMode="External"/><Relationship Id="rId2" Type="http://schemas.openxmlformats.org/officeDocument/2006/relationships/hyperlink" Target="https://www.linkedin.com/in/nirajadhikary/" TargetMode="External"/><Relationship Id="rId1" Type="http://schemas.openxmlformats.org/officeDocument/2006/relationships/hyperlink" Target="mailto:niky.sway@gmail.com" TargetMode="External"/><Relationship Id="rId6" Type="http://schemas.openxmlformats.org/officeDocument/2006/relationships/hyperlink" Target="https://github.com/allah-nawaz" TargetMode="External"/><Relationship Id="rId11" Type="http://schemas.openxmlformats.org/officeDocument/2006/relationships/hyperlink" Target="https://www.linkedin.com/in/sadiaarif/" TargetMode="External"/><Relationship Id="rId5" Type="http://schemas.openxmlformats.org/officeDocument/2006/relationships/hyperlink" Target="https://www.linkedin.com/in/allahnawaz01/" TargetMode="External"/><Relationship Id="rId10" Type="http://schemas.openxmlformats.org/officeDocument/2006/relationships/hyperlink" Target="mailto:saadiyaharif1@gmail.com" TargetMode="External"/><Relationship Id="rId4" Type="http://schemas.openxmlformats.org/officeDocument/2006/relationships/hyperlink" Target="mailto:allahnawaz106@gmail.com" TargetMode="External"/><Relationship Id="rId9" Type="http://schemas.openxmlformats.org/officeDocument/2006/relationships/hyperlink" Target="https://github.com/ZainDev69" TargetMode="External"/><Relationship Id="rId14" Type="http://schemas.openxmlformats.org/officeDocument/2006/relationships/hyperlink" Target="https://careerpilot.chickenkiller.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010066-0741-42EF-A890-A76C4BA5A43D}"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55966015-7F61-440B-B295-BE33F2FC9114}">
      <dgm:prSet/>
      <dgm:spPr/>
      <dgm:t>
        <a:bodyPr/>
        <a:lstStyle/>
        <a:p>
          <a:r>
            <a:rPr lang="en-GB"/>
            <a:t>A</a:t>
          </a:r>
          <a:endParaRPr lang="en-US"/>
        </a:p>
      </dgm:t>
    </dgm:pt>
    <dgm:pt modelId="{BB2DD93C-63D6-4628-8F1A-5F972C4D97A7}" type="parTrans" cxnId="{BAC44929-E706-40C8-BC52-692C1F18DD3F}">
      <dgm:prSet/>
      <dgm:spPr/>
      <dgm:t>
        <a:bodyPr/>
        <a:lstStyle/>
        <a:p>
          <a:endParaRPr lang="en-US"/>
        </a:p>
      </dgm:t>
    </dgm:pt>
    <dgm:pt modelId="{478AC9DA-8B00-4B19-901A-EBBDB292BBF6}" type="sibTrans" cxnId="{BAC44929-E706-40C8-BC52-692C1F18DD3F}">
      <dgm:prSet/>
      <dgm:spPr/>
      <dgm:t>
        <a:bodyPr/>
        <a:lstStyle/>
        <a:p>
          <a:endParaRPr lang="en-US"/>
        </a:p>
      </dgm:t>
    </dgm:pt>
    <dgm:pt modelId="{4A2B12C6-B68B-494E-B4C0-446FC604BE99}">
      <dgm:prSet/>
      <dgm:spPr/>
      <dgm:t>
        <a:bodyPr/>
        <a:lstStyle/>
        <a:p>
          <a:r>
            <a:rPr lang="en-GB"/>
            <a:t>Gemini Geofencing</a:t>
          </a:r>
          <a:endParaRPr lang="en-US"/>
        </a:p>
      </dgm:t>
    </dgm:pt>
    <dgm:pt modelId="{5DBF8C7C-A801-4773-B106-FC09C289C15C}" type="parTrans" cxnId="{FCF6E510-191D-485F-9299-BB0B95FEE487}">
      <dgm:prSet/>
      <dgm:spPr/>
      <dgm:t>
        <a:bodyPr/>
        <a:lstStyle/>
        <a:p>
          <a:endParaRPr lang="en-US"/>
        </a:p>
      </dgm:t>
    </dgm:pt>
    <dgm:pt modelId="{763E82FE-A4C7-4CE2-93AC-544F31F6CA25}" type="sibTrans" cxnId="{FCF6E510-191D-485F-9299-BB0B95FEE487}">
      <dgm:prSet/>
      <dgm:spPr/>
      <dgm:t>
        <a:bodyPr/>
        <a:lstStyle/>
        <a:p>
          <a:endParaRPr lang="en-US"/>
        </a:p>
      </dgm:t>
    </dgm:pt>
    <dgm:pt modelId="{6ADEC616-8C2F-40B3-8111-8395942CEB6C}">
      <dgm:prSet/>
      <dgm:spPr/>
      <dgm:t>
        <a:bodyPr/>
        <a:lstStyle/>
        <a:p>
          <a:r>
            <a:rPr lang="en-GB"/>
            <a:t>Singapore VM blocked by Gemini  </a:t>
          </a:r>
          <a:endParaRPr lang="en-US"/>
        </a:p>
      </dgm:t>
    </dgm:pt>
    <dgm:pt modelId="{2974C758-D448-4CF9-88E7-1DDCCC780F09}" type="parTrans" cxnId="{2DC820F3-61FA-4165-AE84-C47BA39FDE01}">
      <dgm:prSet/>
      <dgm:spPr/>
      <dgm:t>
        <a:bodyPr/>
        <a:lstStyle/>
        <a:p>
          <a:endParaRPr lang="en-US"/>
        </a:p>
      </dgm:t>
    </dgm:pt>
    <dgm:pt modelId="{2F236769-3A3D-4112-9E33-62B468014799}" type="sibTrans" cxnId="{2DC820F3-61FA-4165-AE84-C47BA39FDE01}">
      <dgm:prSet/>
      <dgm:spPr/>
      <dgm:t>
        <a:bodyPr/>
        <a:lstStyle/>
        <a:p>
          <a:endParaRPr lang="en-US"/>
        </a:p>
      </dgm:t>
    </dgm:pt>
    <dgm:pt modelId="{C809AC3B-04DF-4D64-AD38-108ADC1138D7}">
      <dgm:prSet/>
      <dgm:spPr/>
      <dgm:t>
        <a:bodyPr/>
        <a:lstStyle/>
        <a:p>
          <a:r>
            <a:rPr lang="en-GB"/>
            <a:t>RCA: IP reputation, ASN, region  </a:t>
          </a:r>
          <a:endParaRPr lang="en-US"/>
        </a:p>
      </dgm:t>
    </dgm:pt>
    <dgm:pt modelId="{BE981EFA-7D0E-4AF3-8810-3C7DDBA02C07}" type="parTrans" cxnId="{ED217F87-CED8-45BE-9246-6654E68BD8AB}">
      <dgm:prSet/>
      <dgm:spPr/>
      <dgm:t>
        <a:bodyPr/>
        <a:lstStyle/>
        <a:p>
          <a:endParaRPr lang="en-US"/>
        </a:p>
      </dgm:t>
    </dgm:pt>
    <dgm:pt modelId="{E6C9D906-74E1-4F1A-B8BC-B154E2F15297}" type="sibTrans" cxnId="{ED217F87-CED8-45BE-9246-6654E68BD8AB}">
      <dgm:prSet/>
      <dgm:spPr/>
      <dgm:t>
        <a:bodyPr/>
        <a:lstStyle/>
        <a:p>
          <a:endParaRPr lang="en-US"/>
        </a:p>
      </dgm:t>
    </dgm:pt>
    <dgm:pt modelId="{0C809FA1-F511-4E58-AEC4-0CB928D4CC17}">
      <dgm:prSet/>
      <dgm:spPr/>
      <dgm:t>
        <a:bodyPr/>
        <a:lstStyle/>
        <a:p>
          <a:r>
            <a:rPr lang="en-GB"/>
            <a:t>Solution: </a:t>
          </a:r>
          <a:endParaRPr lang="en-US"/>
        </a:p>
      </dgm:t>
    </dgm:pt>
    <dgm:pt modelId="{A27A0077-1003-4991-90BC-D931FF050E48}" type="parTrans" cxnId="{EC124421-5427-44BB-8AD7-C4F2663D981F}">
      <dgm:prSet/>
      <dgm:spPr/>
      <dgm:t>
        <a:bodyPr/>
        <a:lstStyle/>
        <a:p>
          <a:endParaRPr lang="en-US"/>
        </a:p>
      </dgm:t>
    </dgm:pt>
    <dgm:pt modelId="{4A99B4E1-CDDD-4D15-AB79-DA2FBAFCFEC6}" type="sibTrans" cxnId="{EC124421-5427-44BB-8AD7-C4F2663D981F}">
      <dgm:prSet/>
      <dgm:spPr/>
      <dgm:t>
        <a:bodyPr/>
        <a:lstStyle/>
        <a:p>
          <a:endParaRPr lang="en-US"/>
        </a:p>
      </dgm:t>
    </dgm:pt>
    <dgm:pt modelId="{0DF3F1E0-45A7-420B-A0C6-35F7AD037F6C}">
      <dgm:prSet/>
      <dgm:spPr/>
      <dgm:t>
        <a:bodyPr/>
        <a:lstStyle/>
        <a:p>
          <a:r>
            <a:rPr lang="en-GB"/>
            <a:t>Cloud Run proxy in supported region</a:t>
          </a:r>
          <a:endParaRPr lang="en-US"/>
        </a:p>
      </dgm:t>
    </dgm:pt>
    <dgm:pt modelId="{ACEFAC81-ACDA-4A49-92AD-50E66184E9C7}" type="parTrans" cxnId="{FF6D8A59-706E-4F93-80A9-C732461126C6}">
      <dgm:prSet/>
      <dgm:spPr/>
      <dgm:t>
        <a:bodyPr/>
        <a:lstStyle/>
        <a:p>
          <a:endParaRPr lang="en-US"/>
        </a:p>
      </dgm:t>
    </dgm:pt>
    <dgm:pt modelId="{626B4161-EBB6-4576-B616-6EF2DA4E5CBF}" type="sibTrans" cxnId="{FF6D8A59-706E-4F93-80A9-C732461126C6}">
      <dgm:prSet/>
      <dgm:spPr/>
      <dgm:t>
        <a:bodyPr/>
        <a:lstStyle/>
        <a:p>
          <a:endParaRPr lang="en-US"/>
        </a:p>
      </dgm:t>
    </dgm:pt>
    <dgm:pt modelId="{28A61109-B4D8-40A8-B4F3-192313C79305}">
      <dgm:prSet/>
      <dgm:spPr/>
      <dgm:t>
        <a:bodyPr/>
        <a:lstStyle/>
        <a:p>
          <a:r>
            <a:rPr lang="en-GB"/>
            <a:t>B </a:t>
          </a:r>
          <a:endParaRPr lang="en-US"/>
        </a:p>
      </dgm:t>
    </dgm:pt>
    <dgm:pt modelId="{A1426BFD-FC38-4892-9E5D-BCFBEBFF0204}" type="parTrans" cxnId="{D7F7447D-86E8-4B92-995C-3FCC7B974AAD}">
      <dgm:prSet/>
      <dgm:spPr/>
      <dgm:t>
        <a:bodyPr/>
        <a:lstStyle/>
        <a:p>
          <a:endParaRPr lang="en-US"/>
        </a:p>
      </dgm:t>
    </dgm:pt>
    <dgm:pt modelId="{C66E56F9-94DD-486A-91FA-C28ADD430007}" type="sibTrans" cxnId="{D7F7447D-86E8-4B92-995C-3FCC7B974AAD}">
      <dgm:prSet/>
      <dgm:spPr/>
      <dgm:t>
        <a:bodyPr/>
        <a:lstStyle/>
        <a:p>
          <a:endParaRPr lang="en-US"/>
        </a:p>
      </dgm:t>
    </dgm:pt>
    <dgm:pt modelId="{67E78E77-68FC-4E00-A6B8-F921EB9C2C0D}">
      <dgm:prSet/>
      <dgm:spPr/>
      <dgm:t>
        <a:bodyPr/>
        <a:lstStyle/>
        <a:p>
          <a:r>
            <a:rPr lang="en-GB"/>
            <a:t>K3s Deployment Pitfalls</a:t>
          </a:r>
          <a:endParaRPr lang="en-US"/>
        </a:p>
      </dgm:t>
    </dgm:pt>
    <dgm:pt modelId="{57B11EEF-0EF9-47ED-A573-ACA59F5D23E4}" type="parTrans" cxnId="{EE907347-E154-437A-9A2C-139D0286893C}">
      <dgm:prSet/>
      <dgm:spPr/>
      <dgm:t>
        <a:bodyPr/>
        <a:lstStyle/>
        <a:p>
          <a:endParaRPr lang="en-US"/>
        </a:p>
      </dgm:t>
    </dgm:pt>
    <dgm:pt modelId="{DAF9542F-B64E-4490-9E05-A3C86914F4B5}" type="sibTrans" cxnId="{EE907347-E154-437A-9A2C-139D0286893C}">
      <dgm:prSet/>
      <dgm:spPr/>
      <dgm:t>
        <a:bodyPr/>
        <a:lstStyle/>
        <a:p>
          <a:endParaRPr lang="en-US"/>
        </a:p>
      </dgm:t>
    </dgm:pt>
    <dgm:pt modelId="{ED12B5EE-3D1A-456F-9572-C103F36D3B03}">
      <dgm:prSet/>
      <dgm:spPr/>
      <dgm:t>
        <a:bodyPr/>
        <a:lstStyle/>
        <a:p>
          <a:r>
            <a:rPr lang="en-GB"/>
            <a:t>Stale images, no registry</a:t>
          </a:r>
          <a:endParaRPr lang="en-US"/>
        </a:p>
      </dgm:t>
    </dgm:pt>
    <dgm:pt modelId="{095C8B6E-6ED8-47B5-95AD-AE281FB7D9B0}" type="parTrans" cxnId="{01583D6C-7F54-40EC-BDEA-22AB42F33188}">
      <dgm:prSet/>
      <dgm:spPr/>
      <dgm:t>
        <a:bodyPr/>
        <a:lstStyle/>
        <a:p>
          <a:endParaRPr lang="en-US"/>
        </a:p>
      </dgm:t>
    </dgm:pt>
    <dgm:pt modelId="{F166EE23-6CEA-4048-ABF5-80901E45E6DB}" type="sibTrans" cxnId="{01583D6C-7F54-40EC-BDEA-22AB42F33188}">
      <dgm:prSet/>
      <dgm:spPr/>
      <dgm:t>
        <a:bodyPr/>
        <a:lstStyle/>
        <a:p>
          <a:endParaRPr lang="en-US"/>
        </a:p>
      </dgm:t>
    </dgm:pt>
    <dgm:pt modelId="{C42D964D-1A4B-48FA-B558-99C5928C9008}">
      <dgm:prSet/>
      <dgm:spPr/>
      <dgm:t>
        <a:bodyPr/>
        <a:lstStyle/>
        <a:p>
          <a:r>
            <a:rPr lang="en-GB"/>
            <a:t>Solution: </a:t>
          </a:r>
          <a:endParaRPr lang="en-US"/>
        </a:p>
      </dgm:t>
    </dgm:pt>
    <dgm:pt modelId="{FC25B6C3-6165-4635-BC1B-51A355FA0BBE}" type="parTrans" cxnId="{57285403-1924-40B9-8018-2339334065CC}">
      <dgm:prSet/>
      <dgm:spPr/>
      <dgm:t>
        <a:bodyPr/>
        <a:lstStyle/>
        <a:p>
          <a:endParaRPr lang="en-US"/>
        </a:p>
      </dgm:t>
    </dgm:pt>
    <dgm:pt modelId="{C03B08CC-F232-413B-BF9B-87B84B1CD0CB}" type="sibTrans" cxnId="{57285403-1924-40B9-8018-2339334065CC}">
      <dgm:prSet/>
      <dgm:spPr/>
      <dgm:t>
        <a:bodyPr/>
        <a:lstStyle/>
        <a:p>
          <a:endParaRPr lang="en-US"/>
        </a:p>
      </dgm:t>
    </dgm:pt>
    <dgm:pt modelId="{43907CAE-6584-447A-B81C-A49E14EFBE54}">
      <dgm:prSet/>
      <dgm:spPr/>
      <dgm:t>
        <a:bodyPr/>
        <a:lstStyle/>
        <a:p>
          <a:r>
            <a:rPr lang="en-GB"/>
            <a:t>Local tagging, containerd import, manifest verification</a:t>
          </a:r>
          <a:endParaRPr lang="en-US"/>
        </a:p>
      </dgm:t>
    </dgm:pt>
    <dgm:pt modelId="{BF73D6F8-75F2-4DF4-9613-2A89349FF7BB}" type="parTrans" cxnId="{DC2469EE-1E84-4F58-A8BE-85996B0401A3}">
      <dgm:prSet/>
      <dgm:spPr/>
      <dgm:t>
        <a:bodyPr/>
        <a:lstStyle/>
        <a:p>
          <a:endParaRPr lang="en-US"/>
        </a:p>
      </dgm:t>
    </dgm:pt>
    <dgm:pt modelId="{79C72751-2C2C-4D2E-A677-19613881ED42}" type="sibTrans" cxnId="{DC2469EE-1E84-4F58-A8BE-85996B0401A3}">
      <dgm:prSet/>
      <dgm:spPr/>
      <dgm:t>
        <a:bodyPr/>
        <a:lstStyle/>
        <a:p>
          <a:endParaRPr lang="en-US"/>
        </a:p>
      </dgm:t>
    </dgm:pt>
    <dgm:pt modelId="{94019FAB-5C1C-4069-B4AD-26E034C7264B}">
      <dgm:prSet/>
      <dgm:spPr/>
      <dgm:t>
        <a:bodyPr/>
        <a:lstStyle/>
        <a:p>
          <a:r>
            <a:rPr lang="en-GB"/>
            <a:t>C</a:t>
          </a:r>
          <a:endParaRPr lang="en-US"/>
        </a:p>
      </dgm:t>
    </dgm:pt>
    <dgm:pt modelId="{37F76DCE-DE45-40D7-BB9E-7C14F027C457}" type="parTrans" cxnId="{D8CC4D03-CE55-48BF-BD46-8AE2332E6114}">
      <dgm:prSet/>
      <dgm:spPr/>
      <dgm:t>
        <a:bodyPr/>
        <a:lstStyle/>
        <a:p>
          <a:endParaRPr lang="en-US"/>
        </a:p>
      </dgm:t>
    </dgm:pt>
    <dgm:pt modelId="{1428454B-BFB6-4512-94B1-A951ADB5B079}" type="sibTrans" cxnId="{D8CC4D03-CE55-48BF-BD46-8AE2332E6114}">
      <dgm:prSet/>
      <dgm:spPr/>
      <dgm:t>
        <a:bodyPr/>
        <a:lstStyle/>
        <a:p>
          <a:endParaRPr lang="en-US"/>
        </a:p>
      </dgm:t>
    </dgm:pt>
    <dgm:pt modelId="{1D08F5BC-08A0-469D-8042-80BF8023B5D3}">
      <dgm:prSet/>
      <dgm:spPr/>
      <dgm:t>
        <a:bodyPr/>
        <a:lstStyle/>
        <a:p>
          <a:r>
            <a:rPr lang="en-GB"/>
            <a:t>Cloud Run Health Failures</a:t>
          </a:r>
          <a:endParaRPr lang="en-US"/>
        </a:p>
      </dgm:t>
    </dgm:pt>
    <dgm:pt modelId="{90CCD6C0-95CC-49EE-906C-1F1C43B85E30}" type="parTrans" cxnId="{4CF594E6-0597-41D4-B411-F12E73A02760}">
      <dgm:prSet/>
      <dgm:spPr/>
      <dgm:t>
        <a:bodyPr/>
        <a:lstStyle/>
        <a:p>
          <a:endParaRPr lang="en-US"/>
        </a:p>
      </dgm:t>
    </dgm:pt>
    <dgm:pt modelId="{F92D0E09-01B5-46A0-ACC9-AB83773F04FA}" type="sibTrans" cxnId="{4CF594E6-0597-41D4-B411-F12E73A02760}">
      <dgm:prSet/>
      <dgm:spPr/>
      <dgm:t>
        <a:bodyPr/>
        <a:lstStyle/>
        <a:p>
          <a:endParaRPr lang="en-US"/>
        </a:p>
      </dgm:t>
    </dgm:pt>
    <dgm:pt modelId="{82CD83A4-A1C9-413E-AF40-64F2665CE7E9}">
      <dgm:prSet/>
      <dgm:spPr/>
      <dgm:t>
        <a:bodyPr/>
        <a:lstStyle/>
        <a:p>
          <a:r>
            <a:rPr lang="en-GB"/>
            <a:t>Empty-body responses → JSONDecodeError</a:t>
          </a:r>
          <a:endParaRPr lang="en-US"/>
        </a:p>
      </dgm:t>
    </dgm:pt>
    <dgm:pt modelId="{BC1F28F2-F43C-41EA-B5A9-603AA2875E32}" type="parTrans" cxnId="{69D806E3-3B4B-4C6A-9987-87DD8BFD081B}">
      <dgm:prSet/>
      <dgm:spPr/>
      <dgm:t>
        <a:bodyPr/>
        <a:lstStyle/>
        <a:p>
          <a:endParaRPr lang="en-US"/>
        </a:p>
      </dgm:t>
    </dgm:pt>
    <dgm:pt modelId="{70FDFBD0-40CF-4469-9C94-087BA97AD0AB}" type="sibTrans" cxnId="{69D806E3-3B4B-4C6A-9987-87DD8BFD081B}">
      <dgm:prSet/>
      <dgm:spPr/>
      <dgm:t>
        <a:bodyPr/>
        <a:lstStyle/>
        <a:p>
          <a:endParaRPr lang="en-US"/>
        </a:p>
      </dgm:t>
    </dgm:pt>
    <dgm:pt modelId="{A3C49988-A9FA-4383-BD0B-BAE47C2E3E49}">
      <dgm:prSet/>
      <dgm:spPr/>
      <dgm:t>
        <a:bodyPr/>
        <a:lstStyle/>
        <a:p>
          <a:r>
            <a:rPr lang="en-GB"/>
            <a:t>Solution: </a:t>
          </a:r>
          <a:endParaRPr lang="en-US"/>
        </a:p>
      </dgm:t>
    </dgm:pt>
    <dgm:pt modelId="{BCADB5F0-219A-4D94-BD12-63ED46BAE9B6}" type="parTrans" cxnId="{6FB4935D-04F4-4895-8312-4C02DD5C3D94}">
      <dgm:prSet/>
      <dgm:spPr/>
      <dgm:t>
        <a:bodyPr/>
        <a:lstStyle/>
        <a:p>
          <a:endParaRPr lang="en-US"/>
        </a:p>
      </dgm:t>
    </dgm:pt>
    <dgm:pt modelId="{C6AAF16E-3248-417A-9B2D-ED3EDE16EEC2}" type="sibTrans" cxnId="{6FB4935D-04F4-4895-8312-4C02DD5C3D94}">
      <dgm:prSet/>
      <dgm:spPr/>
      <dgm:t>
        <a:bodyPr/>
        <a:lstStyle/>
        <a:p>
          <a:endParaRPr lang="en-US"/>
        </a:p>
      </dgm:t>
    </dgm:pt>
    <dgm:pt modelId="{B28EB6D3-E11D-4DAD-8B08-828D4C7B944F}">
      <dgm:prSet/>
      <dgm:spPr/>
      <dgm:t>
        <a:bodyPr/>
        <a:lstStyle/>
        <a:p>
          <a:r>
            <a:rPr lang="en-GB"/>
            <a:t>Health endpoint + raw byte forwarding</a:t>
          </a:r>
          <a:endParaRPr lang="en-US"/>
        </a:p>
      </dgm:t>
    </dgm:pt>
    <dgm:pt modelId="{90C249E8-5505-4714-9493-EF1A3FAECD29}" type="parTrans" cxnId="{3B70CFC1-2569-4CCE-A564-897D3C63B840}">
      <dgm:prSet/>
      <dgm:spPr/>
      <dgm:t>
        <a:bodyPr/>
        <a:lstStyle/>
        <a:p>
          <a:endParaRPr lang="en-US"/>
        </a:p>
      </dgm:t>
    </dgm:pt>
    <dgm:pt modelId="{44739D81-033B-4E75-9C0B-D090F1B1EBD5}" type="sibTrans" cxnId="{3B70CFC1-2569-4CCE-A564-897D3C63B840}">
      <dgm:prSet/>
      <dgm:spPr/>
      <dgm:t>
        <a:bodyPr/>
        <a:lstStyle/>
        <a:p>
          <a:endParaRPr lang="en-US"/>
        </a:p>
      </dgm:t>
    </dgm:pt>
    <dgm:pt modelId="{CA7A65AC-7C3A-4673-9183-EEC183FDFE5F}">
      <dgm:prSet/>
      <dgm:spPr/>
      <dgm:t>
        <a:bodyPr/>
        <a:lstStyle/>
        <a:p>
          <a:r>
            <a:rPr lang="en-GB"/>
            <a:t>D</a:t>
          </a:r>
          <a:endParaRPr lang="en-US"/>
        </a:p>
      </dgm:t>
    </dgm:pt>
    <dgm:pt modelId="{A94C803A-A71C-494F-9E89-6EDD6A80A273}" type="parTrans" cxnId="{3B298183-AD2D-4C1C-9C40-1AE9CE88BF59}">
      <dgm:prSet/>
      <dgm:spPr/>
      <dgm:t>
        <a:bodyPr/>
        <a:lstStyle/>
        <a:p>
          <a:endParaRPr lang="en-US"/>
        </a:p>
      </dgm:t>
    </dgm:pt>
    <dgm:pt modelId="{481D3E04-2A06-40A6-8729-6A2EF2179E2C}" type="sibTrans" cxnId="{3B298183-AD2D-4C1C-9C40-1AE9CE88BF59}">
      <dgm:prSet/>
      <dgm:spPr/>
      <dgm:t>
        <a:bodyPr/>
        <a:lstStyle/>
        <a:p>
          <a:endParaRPr lang="en-US"/>
        </a:p>
      </dgm:t>
    </dgm:pt>
    <dgm:pt modelId="{90603995-7452-4EAD-9550-8E864C925F13}">
      <dgm:prSet/>
      <dgm:spPr/>
      <dgm:t>
        <a:bodyPr/>
        <a:lstStyle/>
        <a:p>
          <a:r>
            <a:rPr lang="en-GB"/>
            <a:t>Gemini API Versioning</a:t>
          </a:r>
          <a:endParaRPr lang="en-US"/>
        </a:p>
      </dgm:t>
    </dgm:pt>
    <dgm:pt modelId="{73A2AA57-927F-4245-A91C-CDCCF5695520}" type="parTrans" cxnId="{D0E00E85-CEAC-48E2-8C6A-337D3085732D}">
      <dgm:prSet/>
      <dgm:spPr/>
      <dgm:t>
        <a:bodyPr/>
        <a:lstStyle/>
        <a:p>
          <a:endParaRPr lang="en-US"/>
        </a:p>
      </dgm:t>
    </dgm:pt>
    <dgm:pt modelId="{19033045-8656-4645-88B9-1F16047EAC39}" type="sibTrans" cxnId="{D0E00E85-CEAC-48E2-8C6A-337D3085732D}">
      <dgm:prSet/>
      <dgm:spPr/>
      <dgm:t>
        <a:bodyPr/>
        <a:lstStyle/>
        <a:p>
          <a:endParaRPr lang="en-US"/>
        </a:p>
      </dgm:t>
    </dgm:pt>
    <dgm:pt modelId="{DE3F2BDB-FB0C-42A9-AE89-FD7F5CAD0E74}">
      <dgm:prSet/>
      <dgm:spPr/>
      <dgm:t>
        <a:bodyPr/>
        <a:lstStyle/>
        <a:p>
          <a:r>
            <a:rPr lang="en-GB"/>
            <a:t>v1 vs v1beta mismatch</a:t>
          </a:r>
          <a:endParaRPr lang="en-US"/>
        </a:p>
      </dgm:t>
    </dgm:pt>
    <dgm:pt modelId="{A59C9734-CB81-40FC-AA69-E8208AE93BA7}" type="parTrans" cxnId="{14C4D5D1-1B6D-4C24-B2FE-70C75452C81A}">
      <dgm:prSet/>
      <dgm:spPr/>
      <dgm:t>
        <a:bodyPr/>
        <a:lstStyle/>
        <a:p>
          <a:endParaRPr lang="en-US"/>
        </a:p>
      </dgm:t>
    </dgm:pt>
    <dgm:pt modelId="{D56CD7C1-2E74-4C2C-8486-D8FEA3D51D51}" type="sibTrans" cxnId="{14C4D5D1-1B6D-4C24-B2FE-70C75452C81A}">
      <dgm:prSet/>
      <dgm:spPr/>
      <dgm:t>
        <a:bodyPr/>
        <a:lstStyle/>
        <a:p>
          <a:endParaRPr lang="en-US"/>
        </a:p>
      </dgm:t>
    </dgm:pt>
    <dgm:pt modelId="{A35561B1-AEF1-4492-8157-902230141C89}">
      <dgm:prSet/>
      <dgm:spPr/>
      <dgm:t>
        <a:bodyPr/>
        <a:lstStyle/>
        <a:p>
          <a:r>
            <a:rPr lang="en-GB"/>
            <a:t>Solution: </a:t>
          </a:r>
          <a:endParaRPr lang="en-US"/>
        </a:p>
      </dgm:t>
    </dgm:pt>
    <dgm:pt modelId="{4A565F3F-0681-4BE0-9F27-B04BB476B73A}" type="parTrans" cxnId="{E5BA9742-8731-477C-B8CC-212696C2F5FA}">
      <dgm:prSet/>
      <dgm:spPr/>
      <dgm:t>
        <a:bodyPr/>
        <a:lstStyle/>
        <a:p>
          <a:endParaRPr lang="en-US"/>
        </a:p>
      </dgm:t>
    </dgm:pt>
    <dgm:pt modelId="{5A54F3BE-796C-4FE8-9AAE-540081C6F7E6}" type="sibTrans" cxnId="{E5BA9742-8731-477C-B8CC-212696C2F5FA}">
      <dgm:prSet/>
      <dgm:spPr/>
      <dgm:t>
        <a:bodyPr/>
        <a:lstStyle/>
        <a:p>
          <a:endParaRPr lang="en-US"/>
        </a:p>
      </dgm:t>
    </dgm:pt>
    <dgm:pt modelId="{C9763717-37A3-4F4F-B3A0-F44A18C80F1F}">
      <dgm:prSet/>
      <dgm:spPr/>
      <dgm:t>
        <a:bodyPr/>
        <a:lstStyle/>
        <a:p>
          <a:r>
            <a:rPr lang="en-GB"/>
            <a:t>Client-side routing, version-aware paths</a:t>
          </a:r>
          <a:endParaRPr lang="en-US"/>
        </a:p>
      </dgm:t>
    </dgm:pt>
    <dgm:pt modelId="{20C4BF5C-A4D8-4CA2-B05C-B55CF6FA39FA}" type="parTrans" cxnId="{8A56597C-0EB1-4A37-8CEE-C634C3D925FB}">
      <dgm:prSet/>
      <dgm:spPr/>
      <dgm:t>
        <a:bodyPr/>
        <a:lstStyle/>
        <a:p>
          <a:endParaRPr lang="en-US"/>
        </a:p>
      </dgm:t>
    </dgm:pt>
    <dgm:pt modelId="{C1616488-10A0-4152-A92E-3E5A14275528}" type="sibTrans" cxnId="{8A56597C-0EB1-4A37-8CEE-C634C3D925FB}">
      <dgm:prSet/>
      <dgm:spPr/>
      <dgm:t>
        <a:bodyPr/>
        <a:lstStyle/>
        <a:p>
          <a:endParaRPr lang="en-US"/>
        </a:p>
      </dgm:t>
    </dgm:pt>
    <dgm:pt modelId="{11A2D5DA-9E38-4804-83DF-C09F90E4E6A5}">
      <dgm:prSet/>
      <dgm:spPr/>
      <dgm:t>
        <a:bodyPr/>
        <a:lstStyle/>
        <a:p>
          <a:r>
            <a:rPr lang="en-GB"/>
            <a:t>E</a:t>
          </a:r>
          <a:endParaRPr lang="en-US"/>
        </a:p>
      </dgm:t>
    </dgm:pt>
    <dgm:pt modelId="{0F7F6CD0-DA7A-44C0-B84E-C83E13B7D63F}" type="parTrans" cxnId="{52FD82D6-5C3C-423E-BFEA-070B24144ED2}">
      <dgm:prSet/>
      <dgm:spPr/>
      <dgm:t>
        <a:bodyPr/>
        <a:lstStyle/>
        <a:p>
          <a:endParaRPr lang="en-US"/>
        </a:p>
      </dgm:t>
    </dgm:pt>
    <dgm:pt modelId="{B96716D5-BA69-447F-8C3C-178892BFEC44}" type="sibTrans" cxnId="{52FD82D6-5C3C-423E-BFEA-070B24144ED2}">
      <dgm:prSet/>
      <dgm:spPr/>
      <dgm:t>
        <a:bodyPr/>
        <a:lstStyle/>
        <a:p>
          <a:endParaRPr lang="en-US"/>
        </a:p>
      </dgm:t>
    </dgm:pt>
    <dgm:pt modelId="{A632D7C6-564E-4C50-B3D4-D08E5A7B1077}">
      <dgm:prSet/>
      <dgm:spPr/>
      <dgm:t>
        <a:bodyPr/>
        <a:lstStyle/>
        <a:p>
          <a:r>
            <a:rPr lang="en-GB"/>
            <a:t>Proxy Design Mistake</a:t>
          </a:r>
          <a:endParaRPr lang="en-US"/>
        </a:p>
      </dgm:t>
    </dgm:pt>
    <dgm:pt modelId="{15BA0653-7C55-4CE0-87C6-3895CDB43B81}" type="parTrans" cxnId="{C93CF619-C5B2-4DA1-96C5-AD07646656C3}">
      <dgm:prSet/>
      <dgm:spPr/>
      <dgm:t>
        <a:bodyPr/>
        <a:lstStyle/>
        <a:p>
          <a:endParaRPr lang="en-US"/>
        </a:p>
      </dgm:t>
    </dgm:pt>
    <dgm:pt modelId="{AD64B722-AB88-48C6-BAB0-C4F6BD7123D8}" type="sibTrans" cxnId="{C93CF619-C5B2-4DA1-96C5-AD07646656C3}">
      <dgm:prSet/>
      <dgm:spPr/>
      <dgm:t>
        <a:bodyPr/>
        <a:lstStyle/>
        <a:p>
          <a:endParaRPr lang="en-US"/>
        </a:p>
      </dgm:t>
    </dgm:pt>
    <dgm:pt modelId="{7CF190C1-F739-438A-92C0-A0753481CC0E}">
      <dgm:prSet/>
      <dgm:spPr/>
      <dgm:t>
        <a:bodyPr/>
        <a:lstStyle/>
        <a:p>
          <a:r>
            <a:rPr lang="en-GB"/>
            <a:t>Hardcoded version → redeploys</a:t>
          </a:r>
          <a:endParaRPr lang="en-US"/>
        </a:p>
      </dgm:t>
    </dgm:pt>
    <dgm:pt modelId="{FB695171-649A-4FE8-961E-C9EB68844122}" type="parTrans" cxnId="{B255724F-AF13-4966-BE9C-25E416CD3158}">
      <dgm:prSet/>
      <dgm:spPr/>
      <dgm:t>
        <a:bodyPr/>
        <a:lstStyle/>
        <a:p>
          <a:endParaRPr lang="en-US"/>
        </a:p>
      </dgm:t>
    </dgm:pt>
    <dgm:pt modelId="{9CA078A5-9A42-41D9-9452-8BC1E28B61A0}" type="sibTrans" cxnId="{B255724F-AF13-4966-BE9C-25E416CD3158}">
      <dgm:prSet/>
      <dgm:spPr/>
      <dgm:t>
        <a:bodyPr/>
        <a:lstStyle/>
        <a:p>
          <a:endParaRPr lang="en-US"/>
        </a:p>
      </dgm:t>
    </dgm:pt>
    <dgm:pt modelId="{755693FF-00C9-469C-BCB9-F9FE3D8B1DF4}">
      <dgm:prSet/>
      <dgm:spPr/>
      <dgm:t>
        <a:bodyPr/>
        <a:lstStyle/>
        <a:p>
          <a:r>
            <a:rPr lang="en-GB"/>
            <a:t>Solution: </a:t>
          </a:r>
          <a:endParaRPr lang="en-US"/>
        </a:p>
      </dgm:t>
    </dgm:pt>
    <dgm:pt modelId="{EF875534-F97E-4B3F-8404-EEC51E1A5250}" type="parTrans" cxnId="{79D27B00-07A9-45C3-BBED-726D8E620E64}">
      <dgm:prSet/>
      <dgm:spPr/>
      <dgm:t>
        <a:bodyPr/>
        <a:lstStyle/>
        <a:p>
          <a:endParaRPr lang="en-US"/>
        </a:p>
      </dgm:t>
    </dgm:pt>
    <dgm:pt modelId="{114958ED-B1AA-4327-8F14-4417B344BEB2}" type="sibTrans" cxnId="{79D27B00-07A9-45C3-BBED-726D8E620E64}">
      <dgm:prSet/>
      <dgm:spPr/>
      <dgm:t>
        <a:bodyPr/>
        <a:lstStyle/>
        <a:p>
          <a:endParaRPr lang="en-US"/>
        </a:p>
      </dgm:t>
    </dgm:pt>
    <dgm:pt modelId="{579316AE-98BC-470B-A1D7-6C296CB8D2C8}">
      <dgm:prSet/>
      <dgm:spPr/>
      <dgm:t>
        <a:bodyPr/>
        <a:lstStyle/>
        <a:p>
          <a:r>
            <a:rPr lang="en-GB"/>
            <a:t>Static proxy, smart client</a:t>
          </a:r>
          <a:endParaRPr lang="en-US"/>
        </a:p>
      </dgm:t>
    </dgm:pt>
    <dgm:pt modelId="{DBC37ED3-2E1F-4F3D-AF5C-E609D1A05511}" type="parTrans" cxnId="{D5BC3F1D-1397-43C3-A4D7-C75D2CA51AA1}">
      <dgm:prSet/>
      <dgm:spPr/>
      <dgm:t>
        <a:bodyPr/>
        <a:lstStyle/>
        <a:p>
          <a:endParaRPr lang="en-US"/>
        </a:p>
      </dgm:t>
    </dgm:pt>
    <dgm:pt modelId="{F68DCAE6-9B86-48C7-8D5D-02BD5DD4C217}" type="sibTrans" cxnId="{D5BC3F1D-1397-43C3-A4D7-C75D2CA51AA1}">
      <dgm:prSet/>
      <dgm:spPr/>
      <dgm:t>
        <a:bodyPr/>
        <a:lstStyle/>
        <a:p>
          <a:endParaRPr lang="en-US"/>
        </a:p>
      </dgm:t>
    </dgm:pt>
    <dgm:pt modelId="{40095D86-182A-4932-8F1D-B0F691020A8C}" type="pres">
      <dgm:prSet presAssocID="{63010066-0741-42EF-A890-A76C4BA5A43D}" presName="Name0" presStyleCnt="0">
        <dgm:presLayoutVars>
          <dgm:dir/>
          <dgm:animLvl val="lvl"/>
          <dgm:resizeHandles val="exact"/>
        </dgm:presLayoutVars>
      </dgm:prSet>
      <dgm:spPr/>
    </dgm:pt>
    <dgm:pt modelId="{B84D16C3-6CBE-4BAD-A4B4-AFB18AAA4C6B}" type="pres">
      <dgm:prSet presAssocID="{55966015-7F61-440B-B295-BE33F2FC9114}" presName="composite" presStyleCnt="0"/>
      <dgm:spPr/>
    </dgm:pt>
    <dgm:pt modelId="{01609D41-4934-4C8B-A435-882A5F80FF28}" type="pres">
      <dgm:prSet presAssocID="{55966015-7F61-440B-B295-BE33F2FC9114}" presName="parTx" presStyleLbl="alignNode1" presStyleIdx="0" presStyleCnt="5">
        <dgm:presLayoutVars>
          <dgm:chMax val="0"/>
          <dgm:chPref val="0"/>
          <dgm:bulletEnabled val="1"/>
        </dgm:presLayoutVars>
      </dgm:prSet>
      <dgm:spPr/>
    </dgm:pt>
    <dgm:pt modelId="{16109B07-7401-4A44-A48E-6FE7C067AAFE}" type="pres">
      <dgm:prSet presAssocID="{55966015-7F61-440B-B295-BE33F2FC9114}" presName="desTx" presStyleLbl="alignAccFollowNode1" presStyleIdx="0" presStyleCnt="5">
        <dgm:presLayoutVars>
          <dgm:bulletEnabled val="1"/>
        </dgm:presLayoutVars>
      </dgm:prSet>
      <dgm:spPr/>
    </dgm:pt>
    <dgm:pt modelId="{26214BDA-79AF-4F00-BE44-40348DE9603C}" type="pres">
      <dgm:prSet presAssocID="{478AC9DA-8B00-4B19-901A-EBBDB292BBF6}" presName="space" presStyleCnt="0"/>
      <dgm:spPr/>
    </dgm:pt>
    <dgm:pt modelId="{4C392F2C-7F0D-42E4-AF52-5D646BA4E846}" type="pres">
      <dgm:prSet presAssocID="{28A61109-B4D8-40A8-B4F3-192313C79305}" presName="composite" presStyleCnt="0"/>
      <dgm:spPr/>
    </dgm:pt>
    <dgm:pt modelId="{BE9E5A61-D0BF-4C09-906F-F333FC70C8A3}" type="pres">
      <dgm:prSet presAssocID="{28A61109-B4D8-40A8-B4F3-192313C79305}" presName="parTx" presStyleLbl="alignNode1" presStyleIdx="1" presStyleCnt="5">
        <dgm:presLayoutVars>
          <dgm:chMax val="0"/>
          <dgm:chPref val="0"/>
          <dgm:bulletEnabled val="1"/>
        </dgm:presLayoutVars>
      </dgm:prSet>
      <dgm:spPr/>
    </dgm:pt>
    <dgm:pt modelId="{00C960A7-7CF5-44CD-A111-BD4FD25E32DF}" type="pres">
      <dgm:prSet presAssocID="{28A61109-B4D8-40A8-B4F3-192313C79305}" presName="desTx" presStyleLbl="alignAccFollowNode1" presStyleIdx="1" presStyleCnt="5">
        <dgm:presLayoutVars>
          <dgm:bulletEnabled val="1"/>
        </dgm:presLayoutVars>
      </dgm:prSet>
      <dgm:spPr/>
    </dgm:pt>
    <dgm:pt modelId="{887EDBDB-7CE6-498B-98DA-312E9107F005}" type="pres">
      <dgm:prSet presAssocID="{C66E56F9-94DD-486A-91FA-C28ADD430007}" presName="space" presStyleCnt="0"/>
      <dgm:spPr/>
    </dgm:pt>
    <dgm:pt modelId="{80B66120-ADA8-42E0-BF06-242DE5D28406}" type="pres">
      <dgm:prSet presAssocID="{94019FAB-5C1C-4069-B4AD-26E034C7264B}" presName="composite" presStyleCnt="0"/>
      <dgm:spPr/>
    </dgm:pt>
    <dgm:pt modelId="{6C2179D2-C5C7-4FED-B838-68F283C97491}" type="pres">
      <dgm:prSet presAssocID="{94019FAB-5C1C-4069-B4AD-26E034C7264B}" presName="parTx" presStyleLbl="alignNode1" presStyleIdx="2" presStyleCnt="5">
        <dgm:presLayoutVars>
          <dgm:chMax val="0"/>
          <dgm:chPref val="0"/>
          <dgm:bulletEnabled val="1"/>
        </dgm:presLayoutVars>
      </dgm:prSet>
      <dgm:spPr/>
    </dgm:pt>
    <dgm:pt modelId="{9DD5E391-BE50-442C-BDA7-6152A99DE4C4}" type="pres">
      <dgm:prSet presAssocID="{94019FAB-5C1C-4069-B4AD-26E034C7264B}" presName="desTx" presStyleLbl="alignAccFollowNode1" presStyleIdx="2" presStyleCnt="5">
        <dgm:presLayoutVars>
          <dgm:bulletEnabled val="1"/>
        </dgm:presLayoutVars>
      </dgm:prSet>
      <dgm:spPr/>
    </dgm:pt>
    <dgm:pt modelId="{ACCF45CC-1939-4A51-AD55-023EBD84B6D6}" type="pres">
      <dgm:prSet presAssocID="{1428454B-BFB6-4512-94B1-A951ADB5B079}" presName="space" presStyleCnt="0"/>
      <dgm:spPr/>
    </dgm:pt>
    <dgm:pt modelId="{413D50CC-D206-4C6D-BE21-B7A9770FBC63}" type="pres">
      <dgm:prSet presAssocID="{CA7A65AC-7C3A-4673-9183-EEC183FDFE5F}" presName="composite" presStyleCnt="0"/>
      <dgm:spPr/>
    </dgm:pt>
    <dgm:pt modelId="{35B63E44-FDE5-4D3D-86B8-F557A25ACB4B}" type="pres">
      <dgm:prSet presAssocID="{CA7A65AC-7C3A-4673-9183-EEC183FDFE5F}" presName="parTx" presStyleLbl="alignNode1" presStyleIdx="3" presStyleCnt="5">
        <dgm:presLayoutVars>
          <dgm:chMax val="0"/>
          <dgm:chPref val="0"/>
          <dgm:bulletEnabled val="1"/>
        </dgm:presLayoutVars>
      </dgm:prSet>
      <dgm:spPr/>
    </dgm:pt>
    <dgm:pt modelId="{47671010-A90C-4DF4-872D-28DF6C66422A}" type="pres">
      <dgm:prSet presAssocID="{CA7A65AC-7C3A-4673-9183-EEC183FDFE5F}" presName="desTx" presStyleLbl="alignAccFollowNode1" presStyleIdx="3" presStyleCnt="5">
        <dgm:presLayoutVars>
          <dgm:bulletEnabled val="1"/>
        </dgm:presLayoutVars>
      </dgm:prSet>
      <dgm:spPr/>
    </dgm:pt>
    <dgm:pt modelId="{73BA4DAF-3021-4D46-9505-9D3B1BD99AC4}" type="pres">
      <dgm:prSet presAssocID="{481D3E04-2A06-40A6-8729-6A2EF2179E2C}" presName="space" presStyleCnt="0"/>
      <dgm:spPr/>
    </dgm:pt>
    <dgm:pt modelId="{B7046787-480B-4AEE-984C-B6EAB189243E}" type="pres">
      <dgm:prSet presAssocID="{11A2D5DA-9E38-4804-83DF-C09F90E4E6A5}" presName="composite" presStyleCnt="0"/>
      <dgm:spPr/>
    </dgm:pt>
    <dgm:pt modelId="{697B9B03-4910-4635-8004-3E3B59C4E5CB}" type="pres">
      <dgm:prSet presAssocID="{11A2D5DA-9E38-4804-83DF-C09F90E4E6A5}" presName="parTx" presStyleLbl="alignNode1" presStyleIdx="4" presStyleCnt="5">
        <dgm:presLayoutVars>
          <dgm:chMax val="0"/>
          <dgm:chPref val="0"/>
          <dgm:bulletEnabled val="1"/>
        </dgm:presLayoutVars>
      </dgm:prSet>
      <dgm:spPr/>
    </dgm:pt>
    <dgm:pt modelId="{D25EDB33-0A85-43AA-8B9B-649D0F209239}" type="pres">
      <dgm:prSet presAssocID="{11A2D5DA-9E38-4804-83DF-C09F90E4E6A5}" presName="desTx" presStyleLbl="alignAccFollowNode1" presStyleIdx="4" presStyleCnt="5">
        <dgm:presLayoutVars>
          <dgm:bulletEnabled val="1"/>
        </dgm:presLayoutVars>
      </dgm:prSet>
      <dgm:spPr/>
    </dgm:pt>
  </dgm:ptLst>
  <dgm:cxnLst>
    <dgm:cxn modelId="{79D27B00-07A9-45C3-BBED-726D8E620E64}" srcId="{11A2D5DA-9E38-4804-83DF-C09F90E4E6A5}" destId="{755693FF-00C9-469C-BCB9-F9FE3D8B1DF4}" srcOrd="1" destOrd="0" parTransId="{EF875534-F97E-4B3F-8404-EEC51E1A5250}" sibTransId="{114958ED-B1AA-4327-8F14-4417B344BEB2}"/>
    <dgm:cxn modelId="{D8CC4D03-CE55-48BF-BD46-8AE2332E6114}" srcId="{63010066-0741-42EF-A890-A76C4BA5A43D}" destId="{94019FAB-5C1C-4069-B4AD-26E034C7264B}" srcOrd="2" destOrd="0" parTransId="{37F76DCE-DE45-40D7-BB9E-7C14F027C457}" sibTransId="{1428454B-BFB6-4512-94B1-A951ADB5B079}"/>
    <dgm:cxn modelId="{57285403-1924-40B9-8018-2339334065CC}" srcId="{28A61109-B4D8-40A8-B4F3-192313C79305}" destId="{C42D964D-1A4B-48FA-B558-99C5928C9008}" srcOrd="1" destOrd="0" parTransId="{FC25B6C3-6165-4635-BC1B-51A355FA0BBE}" sibTransId="{C03B08CC-F232-413B-BF9B-87B84B1CD0CB}"/>
    <dgm:cxn modelId="{FE0BFA0D-F9C1-4695-971E-926CCE7832AC}" type="presOf" srcId="{A632D7C6-564E-4C50-B3D4-D08E5A7B1077}" destId="{D25EDB33-0A85-43AA-8B9B-649D0F209239}" srcOrd="0" destOrd="0" presId="urn:microsoft.com/office/officeart/2005/8/layout/hList1"/>
    <dgm:cxn modelId="{5DB70510-11EB-4123-AA53-4CE68F4D8E19}" type="presOf" srcId="{43907CAE-6584-447A-B81C-A49E14EFBE54}" destId="{00C960A7-7CF5-44CD-A111-BD4FD25E32DF}" srcOrd="0" destOrd="3" presId="urn:microsoft.com/office/officeart/2005/8/layout/hList1"/>
    <dgm:cxn modelId="{4EF6A610-B3AC-4D51-A814-E9ED9D60D6D5}" type="presOf" srcId="{94019FAB-5C1C-4069-B4AD-26E034C7264B}" destId="{6C2179D2-C5C7-4FED-B838-68F283C97491}" srcOrd="0" destOrd="0" presId="urn:microsoft.com/office/officeart/2005/8/layout/hList1"/>
    <dgm:cxn modelId="{FCF6E510-191D-485F-9299-BB0B95FEE487}" srcId="{55966015-7F61-440B-B295-BE33F2FC9114}" destId="{4A2B12C6-B68B-494E-B4C0-446FC604BE99}" srcOrd="0" destOrd="0" parTransId="{5DBF8C7C-A801-4773-B106-FC09C289C15C}" sibTransId="{763E82FE-A4C7-4CE2-93AC-544F31F6CA25}"/>
    <dgm:cxn modelId="{2F6A6514-4F0E-4C91-AC82-6F834E252166}" type="presOf" srcId="{7CF190C1-F739-438A-92C0-A0753481CC0E}" destId="{D25EDB33-0A85-43AA-8B9B-649D0F209239}" srcOrd="0" destOrd="1" presId="urn:microsoft.com/office/officeart/2005/8/layout/hList1"/>
    <dgm:cxn modelId="{34980315-76F0-4782-BF05-C52F7E774B6B}" type="presOf" srcId="{82CD83A4-A1C9-413E-AF40-64F2665CE7E9}" destId="{9DD5E391-BE50-442C-BDA7-6152A99DE4C4}" srcOrd="0" destOrd="1" presId="urn:microsoft.com/office/officeart/2005/8/layout/hList1"/>
    <dgm:cxn modelId="{EE0B1719-C20C-48DD-BED5-A3FC2CD14859}" type="presOf" srcId="{67E78E77-68FC-4E00-A6B8-F921EB9C2C0D}" destId="{00C960A7-7CF5-44CD-A111-BD4FD25E32DF}" srcOrd="0" destOrd="0" presId="urn:microsoft.com/office/officeart/2005/8/layout/hList1"/>
    <dgm:cxn modelId="{C93CF619-C5B2-4DA1-96C5-AD07646656C3}" srcId="{11A2D5DA-9E38-4804-83DF-C09F90E4E6A5}" destId="{A632D7C6-564E-4C50-B3D4-D08E5A7B1077}" srcOrd="0" destOrd="0" parTransId="{15BA0653-7C55-4CE0-87C6-3895CDB43B81}" sibTransId="{AD64B722-AB88-48C6-BAB0-C4F6BD7123D8}"/>
    <dgm:cxn modelId="{D5BC3F1D-1397-43C3-A4D7-C75D2CA51AA1}" srcId="{755693FF-00C9-469C-BCB9-F9FE3D8B1DF4}" destId="{579316AE-98BC-470B-A1D7-6C296CB8D2C8}" srcOrd="0" destOrd="0" parTransId="{DBC37ED3-2E1F-4F3D-AF5C-E609D1A05511}" sibTransId="{F68DCAE6-9B86-48C7-8D5D-02BD5DD4C217}"/>
    <dgm:cxn modelId="{EC124421-5427-44BB-8AD7-C4F2663D981F}" srcId="{55966015-7F61-440B-B295-BE33F2FC9114}" destId="{0C809FA1-F511-4E58-AEC4-0CB928D4CC17}" srcOrd="1" destOrd="0" parTransId="{A27A0077-1003-4991-90BC-D931FF050E48}" sibTransId="{4A99B4E1-CDDD-4D15-AB79-DA2FBAFCFEC6}"/>
    <dgm:cxn modelId="{BAC44929-E706-40C8-BC52-692C1F18DD3F}" srcId="{63010066-0741-42EF-A890-A76C4BA5A43D}" destId="{55966015-7F61-440B-B295-BE33F2FC9114}" srcOrd="0" destOrd="0" parTransId="{BB2DD93C-63D6-4628-8F1A-5F972C4D97A7}" sibTransId="{478AC9DA-8B00-4B19-901A-EBBDB292BBF6}"/>
    <dgm:cxn modelId="{A19AFF32-5AEF-4F23-B32E-6FF0FE0B5315}" type="presOf" srcId="{B28EB6D3-E11D-4DAD-8B08-828D4C7B944F}" destId="{9DD5E391-BE50-442C-BDA7-6152A99DE4C4}" srcOrd="0" destOrd="3" presId="urn:microsoft.com/office/officeart/2005/8/layout/hList1"/>
    <dgm:cxn modelId="{80CC5F35-A356-4990-B75F-D005254401F4}" type="presOf" srcId="{579316AE-98BC-470B-A1D7-6C296CB8D2C8}" destId="{D25EDB33-0A85-43AA-8B9B-649D0F209239}" srcOrd="0" destOrd="3" presId="urn:microsoft.com/office/officeart/2005/8/layout/hList1"/>
    <dgm:cxn modelId="{FBCA653A-0959-4D9D-AF12-6D51B1A4811C}" type="presOf" srcId="{C9763717-37A3-4F4F-B3A0-F44A18C80F1F}" destId="{47671010-A90C-4DF4-872D-28DF6C66422A}" srcOrd="0" destOrd="3" presId="urn:microsoft.com/office/officeart/2005/8/layout/hList1"/>
    <dgm:cxn modelId="{D7A3D83D-74A2-4D48-A8DD-247CCA437887}" type="presOf" srcId="{ED12B5EE-3D1A-456F-9572-C103F36D3B03}" destId="{00C960A7-7CF5-44CD-A111-BD4FD25E32DF}" srcOrd="0" destOrd="1" presId="urn:microsoft.com/office/officeart/2005/8/layout/hList1"/>
    <dgm:cxn modelId="{6FB4935D-04F4-4895-8312-4C02DD5C3D94}" srcId="{94019FAB-5C1C-4069-B4AD-26E034C7264B}" destId="{A3C49988-A9FA-4383-BD0B-BAE47C2E3E49}" srcOrd="1" destOrd="0" parTransId="{BCADB5F0-219A-4D94-BD12-63ED46BAE9B6}" sibTransId="{C6AAF16E-3248-417A-9B2D-ED3EDE16EEC2}"/>
    <dgm:cxn modelId="{3A56785F-91D3-4A5E-89CC-71D1D2099BCC}" type="presOf" srcId="{CA7A65AC-7C3A-4673-9183-EEC183FDFE5F}" destId="{35B63E44-FDE5-4D3D-86B8-F557A25ACB4B}" srcOrd="0" destOrd="0" presId="urn:microsoft.com/office/officeart/2005/8/layout/hList1"/>
    <dgm:cxn modelId="{E5BA9742-8731-477C-B8CC-212696C2F5FA}" srcId="{CA7A65AC-7C3A-4673-9183-EEC183FDFE5F}" destId="{A35561B1-AEF1-4492-8157-902230141C89}" srcOrd="1" destOrd="0" parTransId="{4A565F3F-0681-4BE0-9F27-B04BB476B73A}" sibTransId="{5A54F3BE-796C-4FE8-9AAE-540081C6F7E6}"/>
    <dgm:cxn modelId="{45526966-C273-4BC8-A9B1-7308856F4B36}" type="presOf" srcId="{6ADEC616-8C2F-40B3-8111-8395942CEB6C}" destId="{16109B07-7401-4A44-A48E-6FE7C067AAFE}" srcOrd="0" destOrd="1" presId="urn:microsoft.com/office/officeart/2005/8/layout/hList1"/>
    <dgm:cxn modelId="{EE907347-E154-437A-9A2C-139D0286893C}" srcId="{28A61109-B4D8-40A8-B4F3-192313C79305}" destId="{67E78E77-68FC-4E00-A6B8-F921EB9C2C0D}" srcOrd="0" destOrd="0" parTransId="{57B11EEF-0EF9-47ED-A573-ACA59F5D23E4}" sibTransId="{DAF9542F-B64E-4490-9E05-A3C86914F4B5}"/>
    <dgm:cxn modelId="{562F1B6B-9722-49E7-BB25-6E2F41BC4036}" type="presOf" srcId="{11A2D5DA-9E38-4804-83DF-C09F90E4E6A5}" destId="{697B9B03-4910-4635-8004-3E3B59C4E5CB}" srcOrd="0" destOrd="0" presId="urn:microsoft.com/office/officeart/2005/8/layout/hList1"/>
    <dgm:cxn modelId="{01583D6C-7F54-40EC-BDEA-22AB42F33188}" srcId="{67E78E77-68FC-4E00-A6B8-F921EB9C2C0D}" destId="{ED12B5EE-3D1A-456F-9572-C103F36D3B03}" srcOrd="0" destOrd="0" parTransId="{095C8B6E-6ED8-47B5-95AD-AE281FB7D9B0}" sibTransId="{F166EE23-6CEA-4048-ABF5-80901E45E6DB}"/>
    <dgm:cxn modelId="{A45F704C-0094-4372-9E23-3D5C7D05B907}" type="presOf" srcId="{0C809FA1-F511-4E58-AEC4-0CB928D4CC17}" destId="{16109B07-7401-4A44-A48E-6FE7C067AAFE}" srcOrd="0" destOrd="3" presId="urn:microsoft.com/office/officeart/2005/8/layout/hList1"/>
    <dgm:cxn modelId="{B255724F-AF13-4966-BE9C-25E416CD3158}" srcId="{A632D7C6-564E-4C50-B3D4-D08E5A7B1077}" destId="{7CF190C1-F739-438A-92C0-A0753481CC0E}" srcOrd="0" destOrd="0" parTransId="{FB695171-649A-4FE8-961E-C9EB68844122}" sibTransId="{9CA078A5-9A42-41D9-9452-8BC1E28B61A0}"/>
    <dgm:cxn modelId="{9C752D72-B15C-4022-9FDC-EB440A2D8E16}" type="presOf" srcId="{755693FF-00C9-469C-BCB9-F9FE3D8B1DF4}" destId="{D25EDB33-0A85-43AA-8B9B-649D0F209239}" srcOrd="0" destOrd="2" presId="urn:microsoft.com/office/officeart/2005/8/layout/hList1"/>
    <dgm:cxn modelId="{574B3673-C3D4-416B-8515-45E52CB71F0E}" type="presOf" srcId="{1D08F5BC-08A0-469D-8042-80BF8023B5D3}" destId="{9DD5E391-BE50-442C-BDA7-6152A99DE4C4}" srcOrd="0" destOrd="0" presId="urn:microsoft.com/office/officeart/2005/8/layout/hList1"/>
    <dgm:cxn modelId="{FF6D8A59-706E-4F93-80A9-C732461126C6}" srcId="{0C809FA1-F511-4E58-AEC4-0CB928D4CC17}" destId="{0DF3F1E0-45A7-420B-A0C6-35F7AD037F6C}" srcOrd="0" destOrd="0" parTransId="{ACEFAC81-ACDA-4A49-92AD-50E66184E9C7}" sibTransId="{626B4161-EBB6-4576-B616-6EF2DA4E5CBF}"/>
    <dgm:cxn modelId="{8A56597C-0EB1-4A37-8CEE-C634C3D925FB}" srcId="{A35561B1-AEF1-4492-8157-902230141C89}" destId="{C9763717-37A3-4F4F-B3A0-F44A18C80F1F}" srcOrd="0" destOrd="0" parTransId="{20C4BF5C-A4D8-4CA2-B05C-B55CF6FA39FA}" sibTransId="{C1616488-10A0-4152-A92E-3E5A14275528}"/>
    <dgm:cxn modelId="{D7F7447D-86E8-4B92-995C-3FCC7B974AAD}" srcId="{63010066-0741-42EF-A890-A76C4BA5A43D}" destId="{28A61109-B4D8-40A8-B4F3-192313C79305}" srcOrd="1" destOrd="0" parTransId="{A1426BFD-FC38-4892-9E5D-BCFBEBFF0204}" sibTransId="{C66E56F9-94DD-486A-91FA-C28ADD430007}"/>
    <dgm:cxn modelId="{3B298183-AD2D-4C1C-9C40-1AE9CE88BF59}" srcId="{63010066-0741-42EF-A890-A76C4BA5A43D}" destId="{CA7A65AC-7C3A-4673-9183-EEC183FDFE5F}" srcOrd="3" destOrd="0" parTransId="{A94C803A-A71C-494F-9E89-6EDD6A80A273}" sibTransId="{481D3E04-2A06-40A6-8729-6A2EF2179E2C}"/>
    <dgm:cxn modelId="{D0E00E85-CEAC-48E2-8C6A-337D3085732D}" srcId="{CA7A65AC-7C3A-4673-9183-EEC183FDFE5F}" destId="{90603995-7452-4EAD-9550-8E864C925F13}" srcOrd="0" destOrd="0" parTransId="{73A2AA57-927F-4245-A91C-CDCCF5695520}" sibTransId="{19033045-8656-4645-88B9-1F16047EAC39}"/>
    <dgm:cxn modelId="{ED217F87-CED8-45BE-9246-6654E68BD8AB}" srcId="{4A2B12C6-B68B-494E-B4C0-446FC604BE99}" destId="{C809AC3B-04DF-4D64-AD38-108ADC1138D7}" srcOrd="1" destOrd="0" parTransId="{BE981EFA-7D0E-4AF3-8810-3C7DDBA02C07}" sibTransId="{E6C9D906-74E1-4F1A-B8BC-B154E2F15297}"/>
    <dgm:cxn modelId="{14709E87-2EEF-46E3-B73D-3FB1141D5D13}" type="presOf" srcId="{C809AC3B-04DF-4D64-AD38-108ADC1138D7}" destId="{16109B07-7401-4A44-A48E-6FE7C067AAFE}" srcOrd="0" destOrd="2" presId="urn:microsoft.com/office/officeart/2005/8/layout/hList1"/>
    <dgm:cxn modelId="{7C43C887-412B-4091-A961-76189D96747C}" type="presOf" srcId="{A3C49988-A9FA-4383-BD0B-BAE47C2E3E49}" destId="{9DD5E391-BE50-442C-BDA7-6152A99DE4C4}" srcOrd="0" destOrd="2" presId="urn:microsoft.com/office/officeart/2005/8/layout/hList1"/>
    <dgm:cxn modelId="{BDADAB94-EBDB-4177-B94B-3DC90B1E04FE}" type="presOf" srcId="{28A61109-B4D8-40A8-B4F3-192313C79305}" destId="{BE9E5A61-D0BF-4C09-906F-F333FC70C8A3}" srcOrd="0" destOrd="0" presId="urn:microsoft.com/office/officeart/2005/8/layout/hList1"/>
    <dgm:cxn modelId="{8577E8A6-D83C-40ED-A498-40B531489FD9}" type="presOf" srcId="{DE3F2BDB-FB0C-42A9-AE89-FD7F5CAD0E74}" destId="{47671010-A90C-4DF4-872D-28DF6C66422A}" srcOrd="0" destOrd="1" presId="urn:microsoft.com/office/officeart/2005/8/layout/hList1"/>
    <dgm:cxn modelId="{E483F4A9-7B10-48E9-9E2A-5DD1D221B596}" type="presOf" srcId="{C42D964D-1A4B-48FA-B558-99C5928C9008}" destId="{00C960A7-7CF5-44CD-A111-BD4FD25E32DF}" srcOrd="0" destOrd="2" presId="urn:microsoft.com/office/officeart/2005/8/layout/hList1"/>
    <dgm:cxn modelId="{3B70CFC1-2569-4CCE-A564-897D3C63B840}" srcId="{A3C49988-A9FA-4383-BD0B-BAE47C2E3E49}" destId="{B28EB6D3-E11D-4DAD-8B08-828D4C7B944F}" srcOrd="0" destOrd="0" parTransId="{90C249E8-5505-4714-9493-EF1A3FAECD29}" sibTransId="{44739D81-033B-4E75-9C0B-D090F1B1EBD5}"/>
    <dgm:cxn modelId="{9DCAD7C6-B1D1-4D97-9101-F6ED5226B26C}" type="presOf" srcId="{A35561B1-AEF1-4492-8157-902230141C89}" destId="{47671010-A90C-4DF4-872D-28DF6C66422A}" srcOrd="0" destOrd="2" presId="urn:microsoft.com/office/officeart/2005/8/layout/hList1"/>
    <dgm:cxn modelId="{6E7EADCF-CA4D-41BF-8C8D-FDB28EB4D74A}" type="presOf" srcId="{4A2B12C6-B68B-494E-B4C0-446FC604BE99}" destId="{16109B07-7401-4A44-A48E-6FE7C067AAFE}" srcOrd="0" destOrd="0" presId="urn:microsoft.com/office/officeart/2005/8/layout/hList1"/>
    <dgm:cxn modelId="{14C4D5D1-1B6D-4C24-B2FE-70C75452C81A}" srcId="{90603995-7452-4EAD-9550-8E864C925F13}" destId="{DE3F2BDB-FB0C-42A9-AE89-FD7F5CAD0E74}" srcOrd="0" destOrd="0" parTransId="{A59C9734-CB81-40FC-AA69-E8208AE93BA7}" sibTransId="{D56CD7C1-2E74-4C2C-8486-D8FEA3D51D51}"/>
    <dgm:cxn modelId="{52FD82D6-5C3C-423E-BFEA-070B24144ED2}" srcId="{63010066-0741-42EF-A890-A76C4BA5A43D}" destId="{11A2D5DA-9E38-4804-83DF-C09F90E4E6A5}" srcOrd="4" destOrd="0" parTransId="{0F7F6CD0-DA7A-44C0-B84E-C83E13B7D63F}" sibTransId="{B96716D5-BA69-447F-8C3C-178892BFEC44}"/>
    <dgm:cxn modelId="{E58D26D8-CCB6-4C15-BC80-19557C1FB6D3}" type="presOf" srcId="{55966015-7F61-440B-B295-BE33F2FC9114}" destId="{01609D41-4934-4C8B-A435-882A5F80FF28}" srcOrd="0" destOrd="0" presId="urn:microsoft.com/office/officeart/2005/8/layout/hList1"/>
    <dgm:cxn modelId="{69D806E3-3B4B-4C6A-9987-87DD8BFD081B}" srcId="{1D08F5BC-08A0-469D-8042-80BF8023B5D3}" destId="{82CD83A4-A1C9-413E-AF40-64F2665CE7E9}" srcOrd="0" destOrd="0" parTransId="{BC1F28F2-F43C-41EA-B5A9-603AA2875E32}" sibTransId="{70FDFBD0-40CF-4469-9C94-087BA97AD0AB}"/>
    <dgm:cxn modelId="{1047FBE3-19F4-4FEC-A5CA-64ECE47BAE59}" type="presOf" srcId="{63010066-0741-42EF-A890-A76C4BA5A43D}" destId="{40095D86-182A-4932-8F1D-B0F691020A8C}" srcOrd="0" destOrd="0" presId="urn:microsoft.com/office/officeart/2005/8/layout/hList1"/>
    <dgm:cxn modelId="{4CF594E6-0597-41D4-B411-F12E73A02760}" srcId="{94019FAB-5C1C-4069-B4AD-26E034C7264B}" destId="{1D08F5BC-08A0-469D-8042-80BF8023B5D3}" srcOrd="0" destOrd="0" parTransId="{90CCD6C0-95CC-49EE-906C-1F1C43B85E30}" sibTransId="{F92D0E09-01B5-46A0-ACC9-AB83773F04FA}"/>
    <dgm:cxn modelId="{DC2469EE-1E84-4F58-A8BE-85996B0401A3}" srcId="{C42D964D-1A4B-48FA-B558-99C5928C9008}" destId="{43907CAE-6584-447A-B81C-A49E14EFBE54}" srcOrd="0" destOrd="0" parTransId="{BF73D6F8-75F2-4DF4-9613-2A89349FF7BB}" sibTransId="{79C72751-2C2C-4D2E-A677-19613881ED42}"/>
    <dgm:cxn modelId="{2DC820F3-61FA-4165-AE84-C47BA39FDE01}" srcId="{4A2B12C6-B68B-494E-B4C0-446FC604BE99}" destId="{6ADEC616-8C2F-40B3-8111-8395942CEB6C}" srcOrd="0" destOrd="0" parTransId="{2974C758-D448-4CF9-88E7-1DDCCC780F09}" sibTransId="{2F236769-3A3D-4112-9E33-62B468014799}"/>
    <dgm:cxn modelId="{F7EF0EF5-C9FB-4395-B6BC-B51A5FB748B0}" type="presOf" srcId="{0DF3F1E0-45A7-420B-A0C6-35F7AD037F6C}" destId="{16109B07-7401-4A44-A48E-6FE7C067AAFE}" srcOrd="0" destOrd="4" presId="urn:microsoft.com/office/officeart/2005/8/layout/hList1"/>
    <dgm:cxn modelId="{0080C9FA-2E45-4EDC-99F4-D771AC27B452}" type="presOf" srcId="{90603995-7452-4EAD-9550-8E864C925F13}" destId="{47671010-A90C-4DF4-872D-28DF6C66422A}" srcOrd="0" destOrd="0" presId="urn:microsoft.com/office/officeart/2005/8/layout/hList1"/>
    <dgm:cxn modelId="{63D10E80-5194-4650-AD71-A7E11EF32222}" type="presParOf" srcId="{40095D86-182A-4932-8F1D-B0F691020A8C}" destId="{B84D16C3-6CBE-4BAD-A4B4-AFB18AAA4C6B}" srcOrd="0" destOrd="0" presId="urn:microsoft.com/office/officeart/2005/8/layout/hList1"/>
    <dgm:cxn modelId="{BDAAFD26-B361-426F-BF97-92FB68A72642}" type="presParOf" srcId="{B84D16C3-6CBE-4BAD-A4B4-AFB18AAA4C6B}" destId="{01609D41-4934-4C8B-A435-882A5F80FF28}" srcOrd="0" destOrd="0" presId="urn:microsoft.com/office/officeart/2005/8/layout/hList1"/>
    <dgm:cxn modelId="{9BD839F4-7285-4241-AC44-F795A071C481}" type="presParOf" srcId="{B84D16C3-6CBE-4BAD-A4B4-AFB18AAA4C6B}" destId="{16109B07-7401-4A44-A48E-6FE7C067AAFE}" srcOrd="1" destOrd="0" presId="urn:microsoft.com/office/officeart/2005/8/layout/hList1"/>
    <dgm:cxn modelId="{EAA94AF5-521B-48A3-9303-2389B3C09F6E}" type="presParOf" srcId="{40095D86-182A-4932-8F1D-B0F691020A8C}" destId="{26214BDA-79AF-4F00-BE44-40348DE9603C}" srcOrd="1" destOrd="0" presId="urn:microsoft.com/office/officeart/2005/8/layout/hList1"/>
    <dgm:cxn modelId="{9A027E6B-A19D-4CDC-A9EB-35134419497C}" type="presParOf" srcId="{40095D86-182A-4932-8F1D-B0F691020A8C}" destId="{4C392F2C-7F0D-42E4-AF52-5D646BA4E846}" srcOrd="2" destOrd="0" presId="urn:microsoft.com/office/officeart/2005/8/layout/hList1"/>
    <dgm:cxn modelId="{CC14246C-17C0-47DF-929E-E4C96A58EA43}" type="presParOf" srcId="{4C392F2C-7F0D-42E4-AF52-5D646BA4E846}" destId="{BE9E5A61-D0BF-4C09-906F-F333FC70C8A3}" srcOrd="0" destOrd="0" presId="urn:microsoft.com/office/officeart/2005/8/layout/hList1"/>
    <dgm:cxn modelId="{2BA0B4EF-7D58-4060-92F7-1A849CBDA194}" type="presParOf" srcId="{4C392F2C-7F0D-42E4-AF52-5D646BA4E846}" destId="{00C960A7-7CF5-44CD-A111-BD4FD25E32DF}" srcOrd="1" destOrd="0" presId="urn:microsoft.com/office/officeart/2005/8/layout/hList1"/>
    <dgm:cxn modelId="{A02216D4-E115-4E12-AF91-C45FF17C48A8}" type="presParOf" srcId="{40095D86-182A-4932-8F1D-B0F691020A8C}" destId="{887EDBDB-7CE6-498B-98DA-312E9107F005}" srcOrd="3" destOrd="0" presId="urn:microsoft.com/office/officeart/2005/8/layout/hList1"/>
    <dgm:cxn modelId="{5FBDB3F1-449F-480A-B458-D102EB29B332}" type="presParOf" srcId="{40095D86-182A-4932-8F1D-B0F691020A8C}" destId="{80B66120-ADA8-42E0-BF06-242DE5D28406}" srcOrd="4" destOrd="0" presId="urn:microsoft.com/office/officeart/2005/8/layout/hList1"/>
    <dgm:cxn modelId="{D8723640-5A46-4CF1-9FE5-03D7723BE6C0}" type="presParOf" srcId="{80B66120-ADA8-42E0-BF06-242DE5D28406}" destId="{6C2179D2-C5C7-4FED-B838-68F283C97491}" srcOrd="0" destOrd="0" presId="urn:microsoft.com/office/officeart/2005/8/layout/hList1"/>
    <dgm:cxn modelId="{FD1EB106-9322-4D57-87CF-5E1E9B66317C}" type="presParOf" srcId="{80B66120-ADA8-42E0-BF06-242DE5D28406}" destId="{9DD5E391-BE50-442C-BDA7-6152A99DE4C4}" srcOrd="1" destOrd="0" presId="urn:microsoft.com/office/officeart/2005/8/layout/hList1"/>
    <dgm:cxn modelId="{0892F667-714D-4402-B95B-79E804818699}" type="presParOf" srcId="{40095D86-182A-4932-8F1D-B0F691020A8C}" destId="{ACCF45CC-1939-4A51-AD55-023EBD84B6D6}" srcOrd="5" destOrd="0" presId="urn:microsoft.com/office/officeart/2005/8/layout/hList1"/>
    <dgm:cxn modelId="{8F5BF53B-9E48-465C-97FE-0BC793008235}" type="presParOf" srcId="{40095D86-182A-4932-8F1D-B0F691020A8C}" destId="{413D50CC-D206-4C6D-BE21-B7A9770FBC63}" srcOrd="6" destOrd="0" presId="urn:microsoft.com/office/officeart/2005/8/layout/hList1"/>
    <dgm:cxn modelId="{C96E243E-EC5A-476A-B343-298FDBEF5AE6}" type="presParOf" srcId="{413D50CC-D206-4C6D-BE21-B7A9770FBC63}" destId="{35B63E44-FDE5-4D3D-86B8-F557A25ACB4B}" srcOrd="0" destOrd="0" presId="urn:microsoft.com/office/officeart/2005/8/layout/hList1"/>
    <dgm:cxn modelId="{452BC9BD-81B5-4FFD-9423-7A6215A66193}" type="presParOf" srcId="{413D50CC-D206-4C6D-BE21-B7A9770FBC63}" destId="{47671010-A90C-4DF4-872D-28DF6C66422A}" srcOrd="1" destOrd="0" presId="urn:microsoft.com/office/officeart/2005/8/layout/hList1"/>
    <dgm:cxn modelId="{F4361834-7B18-4C96-8669-B503A41E232F}" type="presParOf" srcId="{40095D86-182A-4932-8F1D-B0F691020A8C}" destId="{73BA4DAF-3021-4D46-9505-9D3B1BD99AC4}" srcOrd="7" destOrd="0" presId="urn:microsoft.com/office/officeart/2005/8/layout/hList1"/>
    <dgm:cxn modelId="{2FAC965A-747C-4515-8AB3-45CDE47B1759}" type="presParOf" srcId="{40095D86-182A-4932-8F1D-B0F691020A8C}" destId="{B7046787-480B-4AEE-984C-B6EAB189243E}" srcOrd="8" destOrd="0" presId="urn:microsoft.com/office/officeart/2005/8/layout/hList1"/>
    <dgm:cxn modelId="{719AE496-60AB-4FF4-AC60-E3EC1D44F2FA}" type="presParOf" srcId="{B7046787-480B-4AEE-984C-B6EAB189243E}" destId="{697B9B03-4910-4635-8004-3E3B59C4E5CB}" srcOrd="0" destOrd="0" presId="urn:microsoft.com/office/officeart/2005/8/layout/hList1"/>
    <dgm:cxn modelId="{8D57CFEF-0148-4A7D-B271-1C8ACF00C227}" type="presParOf" srcId="{B7046787-480B-4AEE-984C-B6EAB189243E}" destId="{D25EDB33-0A85-43AA-8B9B-649D0F20923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1FC046-CBC4-4AB0-8D54-515CC65D80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1FC13DD-070C-4A0E-B337-7AE46079CB4C}">
      <dgm:prSet/>
      <dgm:spPr/>
      <dgm:t>
        <a:bodyPr/>
        <a:lstStyle/>
        <a:p>
          <a:r>
            <a:rPr lang="en-GB"/>
            <a:t>Real-world debugging under pressure  </a:t>
          </a:r>
          <a:endParaRPr lang="en-US"/>
        </a:p>
      </dgm:t>
    </dgm:pt>
    <dgm:pt modelId="{3BD772E3-F2BF-4491-A0E0-C6DEFBF493C3}" type="parTrans" cxnId="{756E8E7D-7C45-45D0-B623-AC1BD2E7FCFB}">
      <dgm:prSet/>
      <dgm:spPr/>
      <dgm:t>
        <a:bodyPr/>
        <a:lstStyle/>
        <a:p>
          <a:endParaRPr lang="en-US"/>
        </a:p>
      </dgm:t>
    </dgm:pt>
    <dgm:pt modelId="{63634E86-EA38-4B00-A879-12341EB1D792}" type="sibTrans" cxnId="{756E8E7D-7C45-45D0-B623-AC1BD2E7FCFB}">
      <dgm:prSet/>
      <dgm:spPr/>
      <dgm:t>
        <a:bodyPr/>
        <a:lstStyle/>
        <a:p>
          <a:endParaRPr lang="en-US"/>
        </a:p>
      </dgm:t>
    </dgm:pt>
    <dgm:pt modelId="{42A3A3A0-22E1-43A0-A3F3-D9C78815778B}">
      <dgm:prSet/>
      <dgm:spPr/>
      <dgm:t>
        <a:bodyPr/>
        <a:lstStyle/>
        <a:p>
          <a:r>
            <a:rPr lang="en-GB"/>
            <a:t>Architecture evolved through necessity  </a:t>
          </a:r>
          <a:endParaRPr lang="en-US"/>
        </a:p>
      </dgm:t>
    </dgm:pt>
    <dgm:pt modelId="{CF93A8D6-7DC7-49D2-8EB3-F8DE9DB9CC1E}" type="parTrans" cxnId="{BAE7346E-A614-45DB-A82A-35AA3C9CAAA0}">
      <dgm:prSet/>
      <dgm:spPr/>
      <dgm:t>
        <a:bodyPr/>
        <a:lstStyle/>
        <a:p>
          <a:endParaRPr lang="en-US"/>
        </a:p>
      </dgm:t>
    </dgm:pt>
    <dgm:pt modelId="{C5E93B40-CD93-4E2A-88CE-8E3DD55E96DC}" type="sibTrans" cxnId="{BAE7346E-A614-45DB-A82A-35AA3C9CAAA0}">
      <dgm:prSet/>
      <dgm:spPr/>
      <dgm:t>
        <a:bodyPr/>
        <a:lstStyle/>
        <a:p>
          <a:endParaRPr lang="en-US"/>
        </a:p>
      </dgm:t>
    </dgm:pt>
    <dgm:pt modelId="{E017E775-7667-4D52-885E-174A4A0B4EAC}">
      <dgm:prSet/>
      <dgm:spPr/>
      <dgm:t>
        <a:bodyPr/>
        <a:lstStyle/>
        <a:p>
          <a:r>
            <a:rPr lang="en-GB"/>
            <a:t>Now stable, scalable, and future-proof  </a:t>
          </a:r>
          <a:endParaRPr lang="en-US"/>
        </a:p>
      </dgm:t>
    </dgm:pt>
    <dgm:pt modelId="{1B966444-9F54-440C-BBA4-9236A8947C11}" type="parTrans" cxnId="{51E09C60-5A18-47AC-84B9-80C970D751C8}">
      <dgm:prSet/>
      <dgm:spPr/>
      <dgm:t>
        <a:bodyPr/>
        <a:lstStyle/>
        <a:p>
          <a:endParaRPr lang="en-US"/>
        </a:p>
      </dgm:t>
    </dgm:pt>
    <dgm:pt modelId="{C2380AF5-52F0-4EF8-B66D-0326C772F930}" type="sibTrans" cxnId="{51E09C60-5A18-47AC-84B9-80C970D751C8}">
      <dgm:prSet/>
      <dgm:spPr/>
      <dgm:t>
        <a:bodyPr/>
        <a:lstStyle/>
        <a:p>
          <a:endParaRPr lang="en-US"/>
        </a:p>
      </dgm:t>
    </dgm:pt>
    <dgm:pt modelId="{389F7769-A001-4C84-B82E-4BD757499D0F}">
      <dgm:prSet/>
      <dgm:spPr/>
      <dgm:t>
        <a:bodyPr/>
        <a:lstStyle/>
        <a:p>
          <a:r>
            <a:rPr lang="en-GB"/>
            <a:t>Demonstrates deep technical leadership and adaptability</a:t>
          </a:r>
          <a:endParaRPr lang="en-US"/>
        </a:p>
      </dgm:t>
    </dgm:pt>
    <dgm:pt modelId="{C2CF223A-E9C2-4C01-9633-63F190F3B355}" type="parTrans" cxnId="{366E627F-137F-4561-8076-4A0C984ABAB5}">
      <dgm:prSet/>
      <dgm:spPr/>
      <dgm:t>
        <a:bodyPr/>
        <a:lstStyle/>
        <a:p>
          <a:endParaRPr lang="en-US"/>
        </a:p>
      </dgm:t>
    </dgm:pt>
    <dgm:pt modelId="{5985CEC3-A9F4-46A9-B44D-6F8D04CEB4D7}" type="sibTrans" cxnId="{366E627F-137F-4561-8076-4A0C984ABAB5}">
      <dgm:prSet/>
      <dgm:spPr/>
      <dgm:t>
        <a:bodyPr/>
        <a:lstStyle/>
        <a:p>
          <a:endParaRPr lang="en-US"/>
        </a:p>
      </dgm:t>
    </dgm:pt>
    <dgm:pt modelId="{9551F16B-041A-4108-A25B-4A463F654178}" type="pres">
      <dgm:prSet presAssocID="{F21FC046-CBC4-4AB0-8D54-515CC65D80B0}" presName="linear" presStyleCnt="0">
        <dgm:presLayoutVars>
          <dgm:animLvl val="lvl"/>
          <dgm:resizeHandles val="exact"/>
        </dgm:presLayoutVars>
      </dgm:prSet>
      <dgm:spPr/>
    </dgm:pt>
    <dgm:pt modelId="{D5611267-6F1F-44F8-9CFD-F333317AC5D4}" type="pres">
      <dgm:prSet presAssocID="{91FC13DD-070C-4A0E-B337-7AE46079CB4C}" presName="parentText" presStyleLbl="node1" presStyleIdx="0" presStyleCnt="4">
        <dgm:presLayoutVars>
          <dgm:chMax val="0"/>
          <dgm:bulletEnabled val="1"/>
        </dgm:presLayoutVars>
      </dgm:prSet>
      <dgm:spPr/>
    </dgm:pt>
    <dgm:pt modelId="{08A8F80B-98AC-48E8-9FE6-0D3A9D639A09}" type="pres">
      <dgm:prSet presAssocID="{63634E86-EA38-4B00-A879-12341EB1D792}" presName="spacer" presStyleCnt="0"/>
      <dgm:spPr/>
    </dgm:pt>
    <dgm:pt modelId="{0EB9658D-77AC-4D58-B81D-119F5FAE3313}" type="pres">
      <dgm:prSet presAssocID="{42A3A3A0-22E1-43A0-A3F3-D9C78815778B}" presName="parentText" presStyleLbl="node1" presStyleIdx="1" presStyleCnt="4">
        <dgm:presLayoutVars>
          <dgm:chMax val="0"/>
          <dgm:bulletEnabled val="1"/>
        </dgm:presLayoutVars>
      </dgm:prSet>
      <dgm:spPr/>
    </dgm:pt>
    <dgm:pt modelId="{74BD3E89-F989-441C-93D7-A751A56613FC}" type="pres">
      <dgm:prSet presAssocID="{C5E93B40-CD93-4E2A-88CE-8E3DD55E96DC}" presName="spacer" presStyleCnt="0"/>
      <dgm:spPr/>
    </dgm:pt>
    <dgm:pt modelId="{750B3D2F-610E-4816-884F-FFD1E45CA9D2}" type="pres">
      <dgm:prSet presAssocID="{E017E775-7667-4D52-885E-174A4A0B4EAC}" presName="parentText" presStyleLbl="node1" presStyleIdx="2" presStyleCnt="4">
        <dgm:presLayoutVars>
          <dgm:chMax val="0"/>
          <dgm:bulletEnabled val="1"/>
        </dgm:presLayoutVars>
      </dgm:prSet>
      <dgm:spPr/>
    </dgm:pt>
    <dgm:pt modelId="{68D55CD2-5A58-4F9F-A19C-8ED2066FB003}" type="pres">
      <dgm:prSet presAssocID="{C2380AF5-52F0-4EF8-B66D-0326C772F930}" presName="spacer" presStyleCnt="0"/>
      <dgm:spPr/>
    </dgm:pt>
    <dgm:pt modelId="{7FE32C52-1B1B-4525-A961-C57B6AC01096}" type="pres">
      <dgm:prSet presAssocID="{389F7769-A001-4C84-B82E-4BD757499D0F}" presName="parentText" presStyleLbl="node1" presStyleIdx="3" presStyleCnt="4">
        <dgm:presLayoutVars>
          <dgm:chMax val="0"/>
          <dgm:bulletEnabled val="1"/>
        </dgm:presLayoutVars>
      </dgm:prSet>
      <dgm:spPr/>
    </dgm:pt>
  </dgm:ptLst>
  <dgm:cxnLst>
    <dgm:cxn modelId="{3D93F119-8644-457F-A99B-DAD95C9177CF}" type="presOf" srcId="{42A3A3A0-22E1-43A0-A3F3-D9C78815778B}" destId="{0EB9658D-77AC-4D58-B81D-119F5FAE3313}" srcOrd="0" destOrd="0" presId="urn:microsoft.com/office/officeart/2005/8/layout/vList2"/>
    <dgm:cxn modelId="{74D4455D-D0BB-45AA-BCC6-E1E625C17C13}" type="presOf" srcId="{389F7769-A001-4C84-B82E-4BD757499D0F}" destId="{7FE32C52-1B1B-4525-A961-C57B6AC01096}" srcOrd="0" destOrd="0" presId="urn:microsoft.com/office/officeart/2005/8/layout/vList2"/>
    <dgm:cxn modelId="{51E09C60-5A18-47AC-84B9-80C970D751C8}" srcId="{F21FC046-CBC4-4AB0-8D54-515CC65D80B0}" destId="{E017E775-7667-4D52-885E-174A4A0B4EAC}" srcOrd="2" destOrd="0" parTransId="{1B966444-9F54-440C-BBA4-9236A8947C11}" sibTransId="{C2380AF5-52F0-4EF8-B66D-0326C772F930}"/>
    <dgm:cxn modelId="{BAE7346E-A614-45DB-A82A-35AA3C9CAAA0}" srcId="{F21FC046-CBC4-4AB0-8D54-515CC65D80B0}" destId="{42A3A3A0-22E1-43A0-A3F3-D9C78815778B}" srcOrd="1" destOrd="0" parTransId="{CF93A8D6-7DC7-49D2-8EB3-F8DE9DB9CC1E}" sibTransId="{C5E93B40-CD93-4E2A-88CE-8E3DD55E96DC}"/>
    <dgm:cxn modelId="{756E8E7D-7C45-45D0-B623-AC1BD2E7FCFB}" srcId="{F21FC046-CBC4-4AB0-8D54-515CC65D80B0}" destId="{91FC13DD-070C-4A0E-B337-7AE46079CB4C}" srcOrd="0" destOrd="0" parTransId="{3BD772E3-F2BF-4491-A0E0-C6DEFBF493C3}" sibTransId="{63634E86-EA38-4B00-A879-12341EB1D792}"/>
    <dgm:cxn modelId="{366E627F-137F-4561-8076-4A0C984ABAB5}" srcId="{F21FC046-CBC4-4AB0-8D54-515CC65D80B0}" destId="{389F7769-A001-4C84-B82E-4BD757499D0F}" srcOrd="3" destOrd="0" parTransId="{C2CF223A-E9C2-4C01-9633-63F190F3B355}" sibTransId="{5985CEC3-A9F4-46A9-B44D-6F8D04CEB4D7}"/>
    <dgm:cxn modelId="{FA4602C7-1667-432D-AD11-D81A3111EF06}" type="presOf" srcId="{91FC13DD-070C-4A0E-B337-7AE46079CB4C}" destId="{D5611267-6F1F-44F8-9CFD-F333317AC5D4}" srcOrd="0" destOrd="0" presId="urn:microsoft.com/office/officeart/2005/8/layout/vList2"/>
    <dgm:cxn modelId="{5C9678CA-C039-467D-9A95-5973DF10C09B}" type="presOf" srcId="{F21FC046-CBC4-4AB0-8D54-515CC65D80B0}" destId="{9551F16B-041A-4108-A25B-4A463F654178}" srcOrd="0" destOrd="0" presId="urn:microsoft.com/office/officeart/2005/8/layout/vList2"/>
    <dgm:cxn modelId="{FCD288FE-B85D-415B-B1B1-E03C62A3164E}" type="presOf" srcId="{E017E775-7667-4D52-885E-174A4A0B4EAC}" destId="{750B3D2F-610E-4816-884F-FFD1E45CA9D2}" srcOrd="0" destOrd="0" presId="urn:microsoft.com/office/officeart/2005/8/layout/vList2"/>
    <dgm:cxn modelId="{0F4BB890-EB22-48E3-8ADC-52C9A84E3581}" type="presParOf" srcId="{9551F16B-041A-4108-A25B-4A463F654178}" destId="{D5611267-6F1F-44F8-9CFD-F333317AC5D4}" srcOrd="0" destOrd="0" presId="urn:microsoft.com/office/officeart/2005/8/layout/vList2"/>
    <dgm:cxn modelId="{11516AC8-36C9-47E8-B9E0-6139E64B912C}" type="presParOf" srcId="{9551F16B-041A-4108-A25B-4A463F654178}" destId="{08A8F80B-98AC-48E8-9FE6-0D3A9D639A09}" srcOrd="1" destOrd="0" presId="urn:microsoft.com/office/officeart/2005/8/layout/vList2"/>
    <dgm:cxn modelId="{9ECFC74B-81B2-4A9A-8374-5EE7DBA2C838}" type="presParOf" srcId="{9551F16B-041A-4108-A25B-4A463F654178}" destId="{0EB9658D-77AC-4D58-B81D-119F5FAE3313}" srcOrd="2" destOrd="0" presId="urn:microsoft.com/office/officeart/2005/8/layout/vList2"/>
    <dgm:cxn modelId="{2E227311-CF08-4005-9473-386AF8D2450A}" type="presParOf" srcId="{9551F16B-041A-4108-A25B-4A463F654178}" destId="{74BD3E89-F989-441C-93D7-A751A56613FC}" srcOrd="3" destOrd="0" presId="urn:microsoft.com/office/officeart/2005/8/layout/vList2"/>
    <dgm:cxn modelId="{3F87F2D1-B20F-46D2-BD7C-B3B5D73D18F7}" type="presParOf" srcId="{9551F16B-041A-4108-A25B-4A463F654178}" destId="{750B3D2F-610E-4816-884F-FFD1E45CA9D2}" srcOrd="4" destOrd="0" presId="urn:microsoft.com/office/officeart/2005/8/layout/vList2"/>
    <dgm:cxn modelId="{8733FD30-2453-429D-87C7-9F4751974161}" type="presParOf" srcId="{9551F16B-041A-4108-A25B-4A463F654178}" destId="{68D55CD2-5A58-4F9F-A19C-8ED2066FB003}" srcOrd="5" destOrd="0" presId="urn:microsoft.com/office/officeart/2005/8/layout/vList2"/>
    <dgm:cxn modelId="{76C233E5-3296-493E-9E62-4EA87739A9AA}" type="presParOf" srcId="{9551F16B-041A-4108-A25B-4A463F654178}" destId="{7FE32C52-1B1B-4525-A961-C57B6AC0109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10E59C-313A-4465-990F-E192713AB92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6C2BFAA-75F9-4DD6-BCF3-1D0BE943E83D}">
      <dgm:prSet/>
      <dgm:spPr/>
      <dgm:t>
        <a:bodyPr/>
        <a:lstStyle/>
        <a:p>
          <a:r>
            <a:rPr lang="en-GB"/>
            <a:t>Millions of job seekers globally  </a:t>
          </a:r>
          <a:endParaRPr lang="en-US"/>
        </a:p>
      </dgm:t>
    </dgm:pt>
    <dgm:pt modelId="{1FC50423-DC34-4E93-9C01-B4894115460A}" type="parTrans" cxnId="{6FD61990-DF12-445D-9539-F30E0C91E2A5}">
      <dgm:prSet/>
      <dgm:spPr/>
      <dgm:t>
        <a:bodyPr/>
        <a:lstStyle/>
        <a:p>
          <a:endParaRPr lang="en-US"/>
        </a:p>
      </dgm:t>
    </dgm:pt>
    <dgm:pt modelId="{5F258542-A2CE-4FFB-98FB-51785DD7923A}" type="sibTrans" cxnId="{6FD61990-DF12-445D-9539-F30E0C91E2A5}">
      <dgm:prSet/>
      <dgm:spPr/>
      <dgm:t>
        <a:bodyPr/>
        <a:lstStyle/>
        <a:p>
          <a:endParaRPr lang="en-US"/>
        </a:p>
      </dgm:t>
    </dgm:pt>
    <dgm:pt modelId="{71845B23-9AED-4BDA-B269-A2BD2356C349}">
      <dgm:prSet/>
      <dgm:spPr/>
      <dgm:t>
        <a:bodyPr/>
        <a:lstStyle/>
        <a:p>
          <a:r>
            <a:rPr lang="en-GB"/>
            <a:t>Growing demand for AI career tools  </a:t>
          </a:r>
          <a:endParaRPr lang="en-US"/>
        </a:p>
      </dgm:t>
    </dgm:pt>
    <dgm:pt modelId="{577C8123-8D0F-496E-B34C-8AA0A9631F2A}" type="parTrans" cxnId="{405AE897-0D0F-4FD0-8B0E-C5388D0D6111}">
      <dgm:prSet/>
      <dgm:spPr/>
      <dgm:t>
        <a:bodyPr/>
        <a:lstStyle/>
        <a:p>
          <a:endParaRPr lang="en-US"/>
        </a:p>
      </dgm:t>
    </dgm:pt>
    <dgm:pt modelId="{F8E1ED75-E6DF-4F65-93A5-1C2BA692A11B}" type="sibTrans" cxnId="{405AE897-0D0F-4FD0-8B0E-C5388D0D6111}">
      <dgm:prSet/>
      <dgm:spPr/>
      <dgm:t>
        <a:bodyPr/>
        <a:lstStyle/>
        <a:p>
          <a:endParaRPr lang="en-US"/>
        </a:p>
      </dgm:t>
    </dgm:pt>
    <dgm:pt modelId="{C4A460C8-B172-4FC7-A1CF-9538EE94C8EF}">
      <dgm:prSet/>
      <dgm:spPr/>
      <dgm:t>
        <a:bodyPr/>
        <a:lstStyle/>
        <a:p>
          <a:r>
            <a:rPr lang="en-GB"/>
            <a:t>B2C (job seekers) + B2B (recruiters, platforms) potential  </a:t>
          </a:r>
          <a:endParaRPr lang="en-US"/>
        </a:p>
      </dgm:t>
    </dgm:pt>
    <dgm:pt modelId="{BA38E7BC-DAD5-4284-8B37-BAB7C0E41391}" type="parTrans" cxnId="{0F3F861F-7DD2-4ED6-8F32-12A5F77E123A}">
      <dgm:prSet/>
      <dgm:spPr/>
      <dgm:t>
        <a:bodyPr/>
        <a:lstStyle/>
        <a:p>
          <a:endParaRPr lang="en-US"/>
        </a:p>
      </dgm:t>
    </dgm:pt>
    <dgm:pt modelId="{53C1ADCB-B609-4ED8-9319-2159180977C4}" type="sibTrans" cxnId="{0F3F861F-7DD2-4ED6-8F32-12A5F77E123A}">
      <dgm:prSet/>
      <dgm:spPr/>
      <dgm:t>
        <a:bodyPr/>
        <a:lstStyle/>
        <a:p>
          <a:endParaRPr lang="en-US"/>
        </a:p>
      </dgm:t>
    </dgm:pt>
    <dgm:pt modelId="{A7B3DB5E-7C81-4B84-A791-17B14F88DF60}">
      <dgm:prSet/>
      <dgm:spPr/>
      <dgm:t>
        <a:bodyPr/>
        <a:lstStyle/>
        <a:p>
          <a:r>
            <a:rPr lang="en-GB"/>
            <a:t>CareerPilot can plug into existing job boards, ATS systems, or resume builders</a:t>
          </a:r>
          <a:endParaRPr lang="en-US"/>
        </a:p>
      </dgm:t>
    </dgm:pt>
    <dgm:pt modelId="{B1E88806-A037-4A3C-B263-D72F0135CBB2}" type="parTrans" cxnId="{3AC6032F-E11A-4F3E-968B-3E587287D87D}">
      <dgm:prSet/>
      <dgm:spPr/>
      <dgm:t>
        <a:bodyPr/>
        <a:lstStyle/>
        <a:p>
          <a:endParaRPr lang="en-US"/>
        </a:p>
      </dgm:t>
    </dgm:pt>
    <dgm:pt modelId="{7545871C-7263-431D-817F-EAD25316D393}" type="sibTrans" cxnId="{3AC6032F-E11A-4F3E-968B-3E587287D87D}">
      <dgm:prSet/>
      <dgm:spPr/>
      <dgm:t>
        <a:bodyPr/>
        <a:lstStyle/>
        <a:p>
          <a:endParaRPr lang="en-US"/>
        </a:p>
      </dgm:t>
    </dgm:pt>
    <dgm:pt modelId="{CA59BC68-48DD-4A80-8374-92C31D711193}" type="pres">
      <dgm:prSet presAssocID="{BB10E59C-313A-4465-990F-E192713AB922}" presName="linear" presStyleCnt="0">
        <dgm:presLayoutVars>
          <dgm:animLvl val="lvl"/>
          <dgm:resizeHandles val="exact"/>
        </dgm:presLayoutVars>
      </dgm:prSet>
      <dgm:spPr/>
    </dgm:pt>
    <dgm:pt modelId="{4DF47146-CA6F-4C6D-BE20-2154FEB94886}" type="pres">
      <dgm:prSet presAssocID="{26C2BFAA-75F9-4DD6-BCF3-1D0BE943E83D}" presName="parentText" presStyleLbl="node1" presStyleIdx="0" presStyleCnt="4">
        <dgm:presLayoutVars>
          <dgm:chMax val="0"/>
          <dgm:bulletEnabled val="1"/>
        </dgm:presLayoutVars>
      </dgm:prSet>
      <dgm:spPr/>
    </dgm:pt>
    <dgm:pt modelId="{BC87436A-BD91-4F12-9619-E3D20D93F652}" type="pres">
      <dgm:prSet presAssocID="{5F258542-A2CE-4FFB-98FB-51785DD7923A}" presName="spacer" presStyleCnt="0"/>
      <dgm:spPr/>
    </dgm:pt>
    <dgm:pt modelId="{86B14710-7EC0-47A9-BBD2-D52F3C75E4F2}" type="pres">
      <dgm:prSet presAssocID="{71845B23-9AED-4BDA-B269-A2BD2356C349}" presName="parentText" presStyleLbl="node1" presStyleIdx="1" presStyleCnt="4">
        <dgm:presLayoutVars>
          <dgm:chMax val="0"/>
          <dgm:bulletEnabled val="1"/>
        </dgm:presLayoutVars>
      </dgm:prSet>
      <dgm:spPr/>
    </dgm:pt>
    <dgm:pt modelId="{0FD24B55-1EA0-484B-98CD-0454DDF60F45}" type="pres">
      <dgm:prSet presAssocID="{F8E1ED75-E6DF-4F65-93A5-1C2BA692A11B}" presName="spacer" presStyleCnt="0"/>
      <dgm:spPr/>
    </dgm:pt>
    <dgm:pt modelId="{8BA32007-F7B9-4AB7-9B9F-1EEE312C77CD}" type="pres">
      <dgm:prSet presAssocID="{C4A460C8-B172-4FC7-A1CF-9538EE94C8EF}" presName="parentText" presStyleLbl="node1" presStyleIdx="2" presStyleCnt="4">
        <dgm:presLayoutVars>
          <dgm:chMax val="0"/>
          <dgm:bulletEnabled val="1"/>
        </dgm:presLayoutVars>
      </dgm:prSet>
      <dgm:spPr/>
    </dgm:pt>
    <dgm:pt modelId="{E8151BC2-96B1-405E-9EDA-86A09AEFE335}" type="pres">
      <dgm:prSet presAssocID="{53C1ADCB-B609-4ED8-9319-2159180977C4}" presName="spacer" presStyleCnt="0"/>
      <dgm:spPr/>
    </dgm:pt>
    <dgm:pt modelId="{63246068-4C75-4B4F-B718-46E8EF7D2082}" type="pres">
      <dgm:prSet presAssocID="{A7B3DB5E-7C81-4B84-A791-17B14F88DF60}" presName="parentText" presStyleLbl="node1" presStyleIdx="3" presStyleCnt="4">
        <dgm:presLayoutVars>
          <dgm:chMax val="0"/>
          <dgm:bulletEnabled val="1"/>
        </dgm:presLayoutVars>
      </dgm:prSet>
      <dgm:spPr/>
    </dgm:pt>
  </dgm:ptLst>
  <dgm:cxnLst>
    <dgm:cxn modelId="{0F3F861F-7DD2-4ED6-8F32-12A5F77E123A}" srcId="{BB10E59C-313A-4465-990F-E192713AB922}" destId="{C4A460C8-B172-4FC7-A1CF-9538EE94C8EF}" srcOrd="2" destOrd="0" parTransId="{BA38E7BC-DAD5-4284-8B37-BAB7C0E41391}" sibTransId="{53C1ADCB-B609-4ED8-9319-2159180977C4}"/>
    <dgm:cxn modelId="{3AC6032F-E11A-4F3E-968B-3E587287D87D}" srcId="{BB10E59C-313A-4465-990F-E192713AB922}" destId="{A7B3DB5E-7C81-4B84-A791-17B14F88DF60}" srcOrd="3" destOrd="0" parTransId="{B1E88806-A037-4A3C-B263-D72F0135CBB2}" sibTransId="{7545871C-7263-431D-817F-EAD25316D393}"/>
    <dgm:cxn modelId="{E9E0716E-A068-4002-9325-898B3CFE8921}" type="presOf" srcId="{A7B3DB5E-7C81-4B84-A791-17B14F88DF60}" destId="{63246068-4C75-4B4F-B718-46E8EF7D2082}" srcOrd="0" destOrd="0" presId="urn:microsoft.com/office/officeart/2005/8/layout/vList2"/>
    <dgm:cxn modelId="{1803E28A-B7EA-457D-BF2C-F9ED1BF2CF60}" type="presOf" srcId="{C4A460C8-B172-4FC7-A1CF-9538EE94C8EF}" destId="{8BA32007-F7B9-4AB7-9B9F-1EEE312C77CD}" srcOrd="0" destOrd="0" presId="urn:microsoft.com/office/officeart/2005/8/layout/vList2"/>
    <dgm:cxn modelId="{6FD61990-DF12-445D-9539-F30E0C91E2A5}" srcId="{BB10E59C-313A-4465-990F-E192713AB922}" destId="{26C2BFAA-75F9-4DD6-BCF3-1D0BE943E83D}" srcOrd="0" destOrd="0" parTransId="{1FC50423-DC34-4E93-9C01-B4894115460A}" sibTransId="{5F258542-A2CE-4FFB-98FB-51785DD7923A}"/>
    <dgm:cxn modelId="{405AE897-0D0F-4FD0-8B0E-C5388D0D6111}" srcId="{BB10E59C-313A-4465-990F-E192713AB922}" destId="{71845B23-9AED-4BDA-B269-A2BD2356C349}" srcOrd="1" destOrd="0" parTransId="{577C8123-8D0F-496E-B34C-8AA0A9631F2A}" sibTransId="{F8E1ED75-E6DF-4F65-93A5-1C2BA692A11B}"/>
    <dgm:cxn modelId="{C4E1E6A2-7B7F-4884-B399-373E10E4FF0E}" type="presOf" srcId="{71845B23-9AED-4BDA-B269-A2BD2356C349}" destId="{86B14710-7EC0-47A9-BBD2-D52F3C75E4F2}" srcOrd="0" destOrd="0" presId="urn:microsoft.com/office/officeart/2005/8/layout/vList2"/>
    <dgm:cxn modelId="{990DA7C3-19EA-4407-A6FB-867DF0E6C34F}" type="presOf" srcId="{BB10E59C-313A-4465-990F-E192713AB922}" destId="{CA59BC68-48DD-4A80-8374-92C31D711193}" srcOrd="0" destOrd="0" presId="urn:microsoft.com/office/officeart/2005/8/layout/vList2"/>
    <dgm:cxn modelId="{A9AD72EA-3645-4F15-98DA-E0E77CAE56F1}" type="presOf" srcId="{26C2BFAA-75F9-4DD6-BCF3-1D0BE943E83D}" destId="{4DF47146-CA6F-4C6D-BE20-2154FEB94886}" srcOrd="0" destOrd="0" presId="urn:microsoft.com/office/officeart/2005/8/layout/vList2"/>
    <dgm:cxn modelId="{9BF5B65B-B13E-40AF-A044-DFCD633079D0}" type="presParOf" srcId="{CA59BC68-48DD-4A80-8374-92C31D711193}" destId="{4DF47146-CA6F-4C6D-BE20-2154FEB94886}" srcOrd="0" destOrd="0" presId="urn:microsoft.com/office/officeart/2005/8/layout/vList2"/>
    <dgm:cxn modelId="{6CBD61DA-D6C7-466B-B45A-50390C319C15}" type="presParOf" srcId="{CA59BC68-48DD-4A80-8374-92C31D711193}" destId="{BC87436A-BD91-4F12-9619-E3D20D93F652}" srcOrd="1" destOrd="0" presId="urn:microsoft.com/office/officeart/2005/8/layout/vList2"/>
    <dgm:cxn modelId="{8CA700B5-A6F1-4440-91C6-59EB40519DBF}" type="presParOf" srcId="{CA59BC68-48DD-4A80-8374-92C31D711193}" destId="{86B14710-7EC0-47A9-BBD2-D52F3C75E4F2}" srcOrd="2" destOrd="0" presId="urn:microsoft.com/office/officeart/2005/8/layout/vList2"/>
    <dgm:cxn modelId="{E01E5E45-BAA7-4398-A08E-C1FE9CF50523}" type="presParOf" srcId="{CA59BC68-48DD-4A80-8374-92C31D711193}" destId="{0FD24B55-1EA0-484B-98CD-0454DDF60F45}" srcOrd="3" destOrd="0" presId="urn:microsoft.com/office/officeart/2005/8/layout/vList2"/>
    <dgm:cxn modelId="{1BB9BDAE-0FE8-4559-AD0E-1D746CD73656}" type="presParOf" srcId="{CA59BC68-48DD-4A80-8374-92C31D711193}" destId="{8BA32007-F7B9-4AB7-9B9F-1EEE312C77CD}" srcOrd="4" destOrd="0" presId="urn:microsoft.com/office/officeart/2005/8/layout/vList2"/>
    <dgm:cxn modelId="{AE40EC53-0197-4910-BC8D-23C8D0F69EDB}" type="presParOf" srcId="{CA59BC68-48DD-4A80-8374-92C31D711193}" destId="{E8151BC2-96B1-405E-9EDA-86A09AEFE335}" srcOrd="5" destOrd="0" presId="urn:microsoft.com/office/officeart/2005/8/layout/vList2"/>
    <dgm:cxn modelId="{87D06F46-265B-43D9-9C23-015227DD8763}" type="presParOf" srcId="{CA59BC68-48DD-4A80-8374-92C31D711193}" destId="{63246068-4C75-4B4F-B718-46E8EF7D208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CC9CB9-8138-42E8-91D2-73BB01FEF5D7}"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AA8B5ED8-51E9-47DD-A7FF-748D90C2A3F2}">
      <dgm:prSet/>
      <dgm:spPr/>
      <dgm:t>
        <a:bodyPr/>
        <a:lstStyle/>
        <a:p>
          <a:r>
            <a:rPr lang="en-GB"/>
            <a:t>Freemium model for individuals  </a:t>
          </a:r>
          <a:endParaRPr lang="en-US"/>
        </a:p>
      </dgm:t>
    </dgm:pt>
    <dgm:pt modelId="{B91E85D3-3336-4B23-B061-2EA067D606FF}" type="parTrans" cxnId="{5BC1BC5B-4B30-48C6-B54A-A0587BA92554}">
      <dgm:prSet/>
      <dgm:spPr/>
      <dgm:t>
        <a:bodyPr/>
        <a:lstStyle/>
        <a:p>
          <a:endParaRPr lang="en-US"/>
        </a:p>
      </dgm:t>
    </dgm:pt>
    <dgm:pt modelId="{151CB6F5-D8EB-4910-889A-807263389965}" type="sibTrans" cxnId="{5BC1BC5B-4B30-48C6-B54A-A0587BA92554}">
      <dgm:prSet/>
      <dgm:spPr/>
      <dgm:t>
        <a:bodyPr/>
        <a:lstStyle/>
        <a:p>
          <a:endParaRPr lang="en-US"/>
        </a:p>
      </dgm:t>
    </dgm:pt>
    <dgm:pt modelId="{6F1E7754-5585-4A85-80E8-F09661193816}">
      <dgm:prSet/>
      <dgm:spPr/>
      <dgm:t>
        <a:bodyPr/>
        <a:lstStyle/>
        <a:p>
          <a:r>
            <a:rPr lang="en-GB"/>
            <a:t>Subscription for advanced features  </a:t>
          </a:r>
          <a:endParaRPr lang="en-US"/>
        </a:p>
      </dgm:t>
    </dgm:pt>
    <dgm:pt modelId="{B414EC3D-F83C-4D8F-BEF9-85487A63DB2E}" type="parTrans" cxnId="{61D85A31-7984-417C-A713-5ECE2A0089DE}">
      <dgm:prSet/>
      <dgm:spPr/>
      <dgm:t>
        <a:bodyPr/>
        <a:lstStyle/>
        <a:p>
          <a:endParaRPr lang="en-US"/>
        </a:p>
      </dgm:t>
    </dgm:pt>
    <dgm:pt modelId="{5FD94321-F472-4369-B57A-13BB46F4BB6E}" type="sibTrans" cxnId="{61D85A31-7984-417C-A713-5ECE2A0089DE}">
      <dgm:prSet/>
      <dgm:spPr/>
      <dgm:t>
        <a:bodyPr/>
        <a:lstStyle/>
        <a:p>
          <a:endParaRPr lang="en-US"/>
        </a:p>
      </dgm:t>
    </dgm:pt>
    <dgm:pt modelId="{528B44F9-8FA3-4CB1-9236-54B13D24B6C6}">
      <dgm:prSet/>
      <dgm:spPr/>
      <dgm:t>
        <a:bodyPr/>
        <a:lstStyle/>
        <a:p>
          <a:r>
            <a:rPr lang="en-GB"/>
            <a:t>API licensing for platforms  </a:t>
          </a:r>
          <a:endParaRPr lang="en-US"/>
        </a:p>
      </dgm:t>
    </dgm:pt>
    <dgm:pt modelId="{D3CA0AD4-91A4-4F69-B338-D05FEC45B0B9}" type="parTrans" cxnId="{A74A65FA-5014-448C-8081-D9A107F498A8}">
      <dgm:prSet/>
      <dgm:spPr/>
      <dgm:t>
        <a:bodyPr/>
        <a:lstStyle/>
        <a:p>
          <a:endParaRPr lang="en-US"/>
        </a:p>
      </dgm:t>
    </dgm:pt>
    <dgm:pt modelId="{231F0245-63DC-400B-A93B-838DC9CE8113}" type="sibTrans" cxnId="{A74A65FA-5014-448C-8081-D9A107F498A8}">
      <dgm:prSet/>
      <dgm:spPr/>
      <dgm:t>
        <a:bodyPr/>
        <a:lstStyle/>
        <a:p>
          <a:endParaRPr lang="en-US"/>
        </a:p>
      </dgm:t>
    </dgm:pt>
    <dgm:pt modelId="{968B35CA-6E49-4F2F-B1A8-832DB8119B3F}">
      <dgm:prSet/>
      <dgm:spPr/>
      <dgm:t>
        <a:bodyPr/>
        <a:lstStyle/>
        <a:p>
          <a:r>
            <a:rPr lang="en-GB"/>
            <a:t>Enterprise integrations for recruiters</a:t>
          </a:r>
          <a:endParaRPr lang="en-US"/>
        </a:p>
      </dgm:t>
    </dgm:pt>
    <dgm:pt modelId="{4AAAF71D-6BA4-4236-8922-29AA30BCC426}" type="parTrans" cxnId="{6B3962D8-F4E0-409C-AFA9-BD4A51FBDD62}">
      <dgm:prSet/>
      <dgm:spPr/>
      <dgm:t>
        <a:bodyPr/>
        <a:lstStyle/>
        <a:p>
          <a:endParaRPr lang="en-US"/>
        </a:p>
      </dgm:t>
    </dgm:pt>
    <dgm:pt modelId="{404D8CB4-FE26-4FA3-8E6E-C044E165558C}" type="sibTrans" cxnId="{6B3962D8-F4E0-409C-AFA9-BD4A51FBDD62}">
      <dgm:prSet/>
      <dgm:spPr/>
      <dgm:t>
        <a:bodyPr/>
        <a:lstStyle/>
        <a:p>
          <a:endParaRPr lang="en-US"/>
        </a:p>
      </dgm:t>
    </dgm:pt>
    <dgm:pt modelId="{151469A0-06B3-44FC-8F11-F1529A69E0FF}" type="pres">
      <dgm:prSet presAssocID="{D5CC9CB9-8138-42E8-91D2-73BB01FEF5D7}" presName="linear" presStyleCnt="0">
        <dgm:presLayoutVars>
          <dgm:animLvl val="lvl"/>
          <dgm:resizeHandles val="exact"/>
        </dgm:presLayoutVars>
      </dgm:prSet>
      <dgm:spPr/>
    </dgm:pt>
    <dgm:pt modelId="{74A5D854-D4D0-4E2C-B692-CDB2053874E3}" type="pres">
      <dgm:prSet presAssocID="{AA8B5ED8-51E9-47DD-A7FF-748D90C2A3F2}" presName="parentText" presStyleLbl="node1" presStyleIdx="0" presStyleCnt="4">
        <dgm:presLayoutVars>
          <dgm:chMax val="0"/>
          <dgm:bulletEnabled val="1"/>
        </dgm:presLayoutVars>
      </dgm:prSet>
      <dgm:spPr/>
    </dgm:pt>
    <dgm:pt modelId="{44940CFC-528A-4B07-A54A-2B6E55CEBC67}" type="pres">
      <dgm:prSet presAssocID="{151CB6F5-D8EB-4910-889A-807263389965}" presName="spacer" presStyleCnt="0"/>
      <dgm:spPr/>
    </dgm:pt>
    <dgm:pt modelId="{C7B98C3B-36CD-44C0-BB44-8C3CB3944599}" type="pres">
      <dgm:prSet presAssocID="{6F1E7754-5585-4A85-80E8-F09661193816}" presName="parentText" presStyleLbl="node1" presStyleIdx="1" presStyleCnt="4">
        <dgm:presLayoutVars>
          <dgm:chMax val="0"/>
          <dgm:bulletEnabled val="1"/>
        </dgm:presLayoutVars>
      </dgm:prSet>
      <dgm:spPr/>
    </dgm:pt>
    <dgm:pt modelId="{1828043D-08F4-4F2B-92D8-805C7A411E16}" type="pres">
      <dgm:prSet presAssocID="{5FD94321-F472-4369-B57A-13BB46F4BB6E}" presName="spacer" presStyleCnt="0"/>
      <dgm:spPr/>
    </dgm:pt>
    <dgm:pt modelId="{7BD7AFB5-7FE6-4EC3-AC4F-3EFDAD313D23}" type="pres">
      <dgm:prSet presAssocID="{528B44F9-8FA3-4CB1-9236-54B13D24B6C6}" presName="parentText" presStyleLbl="node1" presStyleIdx="2" presStyleCnt="4">
        <dgm:presLayoutVars>
          <dgm:chMax val="0"/>
          <dgm:bulletEnabled val="1"/>
        </dgm:presLayoutVars>
      </dgm:prSet>
      <dgm:spPr/>
    </dgm:pt>
    <dgm:pt modelId="{F9DE46E1-1017-4BA7-B5DA-D1935FD6BCCF}" type="pres">
      <dgm:prSet presAssocID="{231F0245-63DC-400B-A93B-838DC9CE8113}" presName="spacer" presStyleCnt="0"/>
      <dgm:spPr/>
    </dgm:pt>
    <dgm:pt modelId="{48BC09F9-95AB-45A5-8772-D4913504F159}" type="pres">
      <dgm:prSet presAssocID="{968B35CA-6E49-4F2F-B1A8-832DB8119B3F}" presName="parentText" presStyleLbl="node1" presStyleIdx="3" presStyleCnt="4">
        <dgm:presLayoutVars>
          <dgm:chMax val="0"/>
          <dgm:bulletEnabled val="1"/>
        </dgm:presLayoutVars>
      </dgm:prSet>
      <dgm:spPr/>
    </dgm:pt>
  </dgm:ptLst>
  <dgm:cxnLst>
    <dgm:cxn modelId="{61D85A31-7984-417C-A713-5ECE2A0089DE}" srcId="{D5CC9CB9-8138-42E8-91D2-73BB01FEF5D7}" destId="{6F1E7754-5585-4A85-80E8-F09661193816}" srcOrd="1" destOrd="0" parTransId="{B414EC3D-F83C-4D8F-BEF9-85487A63DB2E}" sibTransId="{5FD94321-F472-4369-B57A-13BB46F4BB6E}"/>
    <dgm:cxn modelId="{5BC1BC5B-4B30-48C6-B54A-A0587BA92554}" srcId="{D5CC9CB9-8138-42E8-91D2-73BB01FEF5D7}" destId="{AA8B5ED8-51E9-47DD-A7FF-748D90C2A3F2}" srcOrd="0" destOrd="0" parTransId="{B91E85D3-3336-4B23-B061-2EA067D606FF}" sibTransId="{151CB6F5-D8EB-4910-889A-807263389965}"/>
    <dgm:cxn modelId="{2E363562-601A-4B94-8DB9-098E5C7AB200}" type="presOf" srcId="{6F1E7754-5585-4A85-80E8-F09661193816}" destId="{C7B98C3B-36CD-44C0-BB44-8C3CB3944599}" srcOrd="0" destOrd="0" presId="urn:microsoft.com/office/officeart/2005/8/layout/vList2"/>
    <dgm:cxn modelId="{63BF6F45-B4FF-4734-A4C4-93D11D1F894F}" type="presOf" srcId="{528B44F9-8FA3-4CB1-9236-54B13D24B6C6}" destId="{7BD7AFB5-7FE6-4EC3-AC4F-3EFDAD313D23}" srcOrd="0" destOrd="0" presId="urn:microsoft.com/office/officeart/2005/8/layout/vList2"/>
    <dgm:cxn modelId="{FD1B6E79-8F68-4CAD-BA41-1352C54A5B11}" type="presOf" srcId="{D5CC9CB9-8138-42E8-91D2-73BB01FEF5D7}" destId="{151469A0-06B3-44FC-8F11-F1529A69E0FF}" srcOrd="0" destOrd="0" presId="urn:microsoft.com/office/officeart/2005/8/layout/vList2"/>
    <dgm:cxn modelId="{348F8C89-8C82-435E-BDB5-C37E1823DE9A}" type="presOf" srcId="{968B35CA-6E49-4F2F-B1A8-832DB8119B3F}" destId="{48BC09F9-95AB-45A5-8772-D4913504F159}" srcOrd="0" destOrd="0" presId="urn:microsoft.com/office/officeart/2005/8/layout/vList2"/>
    <dgm:cxn modelId="{B5C742D7-9FD6-4CB8-97BF-EEFEC288389F}" type="presOf" srcId="{AA8B5ED8-51E9-47DD-A7FF-748D90C2A3F2}" destId="{74A5D854-D4D0-4E2C-B692-CDB2053874E3}" srcOrd="0" destOrd="0" presId="urn:microsoft.com/office/officeart/2005/8/layout/vList2"/>
    <dgm:cxn modelId="{6B3962D8-F4E0-409C-AFA9-BD4A51FBDD62}" srcId="{D5CC9CB9-8138-42E8-91D2-73BB01FEF5D7}" destId="{968B35CA-6E49-4F2F-B1A8-832DB8119B3F}" srcOrd="3" destOrd="0" parTransId="{4AAAF71D-6BA4-4236-8922-29AA30BCC426}" sibTransId="{404D8CB4-FE26-4FA3-8E6E-C044E165558C}"/>
    <dgm:cxn modelId="{A74A65FA-5014-448C-8081-D9A107F498A8}" srcId="{D5CC9CB9-8138-42E8-91D2-73BB01FEF5D7}" destId="{528B44F9-8FA3-4CB1-9236-54B13D24B6C6}" srcOrd="2" destOrd="0" parTransId="{D3CA0AD4-91A4-4F69-B338-D05FEC45B0B9}" sibTransId="{231F0245-63DC-400B-A93B-838DC9CE8113}"/>
    <dgm:cxn modelId="{E5FB4849-097D-4E8C-8780-D26A94B6D7A0}" type="presParOf" srcId="{151469A0-06B3-44FC-8F11-F1529A69E0FF}" destId="{74A5D854-D4D0-4E2C-B692-CDB2053874E3}" srcOrd="0" destOrd="0" presId="urn:microsoft.com/office/officeart/2005/8/layout/vList2"/>
    <dgm:cxn modelId="{EEEDA11F-1C53-45AC-9924-D83CA329F355}" type="presParOf" srcId="{151469A0-06B3-44FC-8F11-F1529A69E0FF}" destId="{44940CFC-528A-4B07-A54A-2B6E55CEBC67}" srcOrd="1" destOrd="0" presId="urn:microsoft.com/office/officeart/2005/8/layout/vList2"/>
    <dgm:cxn modelId="{25E124FE-6F41-4950-AC31-8CDFF6D411B1}" type="presParOf" srcId="{151469A0-06B3-44FC-8F11-F1529A69E0FF}" destId="{C7B98C3B-36CD-44C0-BB44-8C3CB3944599}" srcOrd="2" destOrd="0" presId="urn:microsoft.com/office/officeart/2005/8/layout/vList2"/>
    <dgm:cxn modelId="{9181B752-90C2-4546-B2A2-E3ACFA5A742A}" type="presParOf" srcId="{151469A0-06B3-44FC-8F11-F1529A69E0FF}" destId="{1828043D-08F4-4F2B-92D8-805C7A411E16}" srcOrd="3" destOrd="0" presId="urn:microsoft.com/office/officeart/2005/8/layout/vList2"/>
    <dgm:cxn modelId="{D1AFD519-0BD9-48A4-BB2A-966E57342276}" type="presParOf" srcId="{151469A0-06B3-44FC-8F11-F1529A69E0FF}" destId="{7BD7AFB5-7FE6-4EC3-AC4F-3EFDAD313D23}" srcOrd="4" destOrd="0" presId="urn:microsoft.com/office/officeart/2005/8/layout/vList2"/>
    <dgm:cxn modelId="{1A2BBBF9-3181-4D72-AD9F-92039122FB1F}" type="presParOf" srcId="{151469A0-06B3-44FC-8F11-F1529A69E0FF}" destId="{F9DE46E1-1017-4BA7-B5DA-D1935FD6BCCF}" srcOrd="5" destOrd="0" presId="urn:microsoft.com/office/officeart/2005/8/layout/vList2"/>
    <dgm:cxn modelId="{D848C294-29B5-4938-B21D-9ABD35AB4802}" type="presParOf" srcId="{151469A0-06B3-44FC-8F11-F1529A69E0FF}" destId="{48BC09F9-95AB-45A5-8772-D4913504F15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54DFEE5-E526-4E5B-8993-28C834EE8981}" type="doc">
      <dgm:prSet loTypeId="urn:microsoft.com/office/officeart/2005/8/layout/hierarchy2" loCatId="hierarchy" qsTypeId="urn:microsoft.com/office/officeart/2005/8/quickstyle/simple1" qsCatId="simple" csTypeId="urn:microsoft.com/office/officeart/2005/8/colors/accent1_2" csCatId="accent1"/>
      <dgm:spPr/>
      <dgm:t>
        <a:bodyPr/>
        <a:lstStyle/>
        <a:p>
          <a:endParaRPr lang="en-US"/>
        </a:p>
      </dgm:t>
    </dgm:pt>
    <dgm:pt modelId="{E4B937A7-5DAB-4DCD-847C-DBB8D1DF8EA5}">
      <dgm:prSet/>
      <dgm:spPr/>
      <dgm:t>
        <a:bodyPr/>
        <a:lstStyle/>
        <a:p>
          <a:r>
            <a:rPr lang="en-GB"/>
            <a:t>Resume.io, Rezi, Jobscan, etc.  </a:t>
          </a:r>
          <a:endParaRPr lang="en-US"/>
        </a:p>
      </dgm:t>
    </dgm:pt>
    <dgm:pt modelId="{54355FC9-5C73-41E2-BC17-049D67AEA020}" type="parTrans" cxnId="{042D6D12-B456-4197-AC7D-4D61E19298CE}">
      <dgm:prSet/>
      <dgm:spPr/>
      <dgm:t>
        <a:bodyPr/>
        <a:lstStyle/>
        <a:p>
          <a:endParaRPr lang="en-US"/>
        </a:p>
      </dgm:t>
    </dgm:pt>
    <dgm:pt modelId="{FA060E2A-4ADD-4907-A2C5-76AFA4D02B0C}" type="sibTrans" cxnId="{042D6D12-B456-4197-AC7D-4D61E19298CE}">
      <dgm:prSet/>
      <dgm:spPr/>
      <dgm:t>
        <a:bodyPr/>
        <a:lstStyle/>
        <a:p>
          <a:endParaRPr lang="en-US"/>
        </a:p>
      </dgm:t>
    </dgm:pt>
    <dgm:pt modelId="{0DC016C5-9474-4F34-9139-31DEBA821614}">
      <dgm:prSet/>
      <dgm:spPr/>
      <dgm:t>
        <a:bodyPr/>
        <a:lstStyle/>
        <a:p>
          <a:r>
            <a:rPr lang="en-GB"/>
            <a:t>CareerPilot differentiates via:</a:t>
          </a:r>
          <a:endParaRPr lang="en-US"/>
        </a:p>
      </dgm:t>
    </dgm:pt>
    <dgm:pt modelId="{5B6324ED-DDBB-4CEB-AA86-AE56AE7E6DA6}" type="parTrans" cxnId="{A0EF9D95-09AE-4226-A23B-93E77EFAADB9}">
      <dgm:prSet/>
      <dgm:spPr/>
      <dgm:t>
        <a:bodyPr/>
        <a:lstStyle/>
        <a:p>
          <a:endParaRPr lang="en-US"/>
        </a:p>
      </dgm:t>
    </dgm:pt>
    <dgm:pt modelId="{9106013B-30A4-495F-8732-AC640F1D0E65}" type="sibTrans" cxnId="{A0EF9D95-09AE-4226-A23B-93E77EFAADB9}">
      <dgm:prSet/>
      <dgm:spPr/>
      <dgm:t>
        <a:bodyPr/>
        <a:lstStyle/>
        <a:p>
          <a:endParaRPr lang="en-US"/>
        </a:p>
      </dgm:t>
    </dgm:pt>
    <dgm:pt modelId="{C08DF917-1B53-4420-B74E-0BA822564DE9}">
      <dgm:prSet/>
      <dgm:spPr/>
      <dgm:t>
        <a:bodyPr/>
        <a:lstStyle/>
        <a:p>
          <a:r>
            <a:rPr lang="en-GB"/>
            <a:t>Deep JD understanding  </a:t>
          </a:r>
          <a:endParaRPr lang="en-US"/>
        </a:p>
      </dgm:t>
    </dgm:pt>
    <dgm:pt modelId="{4D0D5A9E-E9AC-4297-90A1-444177D8CE5A}" type="parTrans" cxnId="{5DBBD527-107D-485D-B8F5-CF692101CC9B}">
      <dgm:prSet/>
      <dgm:spPr/>
      <dgm:t>
        <a:bodyPr/>
        <a:lstStyle/>
        <a:p>
          <a:endParaRPr lang="en-US"/>
        </a:p>
      </dgm:t>
    </dgm:pt>
    <dgm:pt modelId="{994B352E-ECD2-4962-B8EA-DB91AF935CC3}" type="sibTrans" cxnId="{5DBBD527-107D-485D-B8F5-CF692101CC9B}">
      <dgm:prSet/>
      <dgm:spPr/>
      <dgm:t>
        <a:bodyPr/>
        <a:lstStyle/>
        <a:p>
          <a:endParaRPr lang="en-US"/>
        </a:p>
      </dgm:t>
    </dgm:pt>
    <dgm:pt modelId="{9656AC42-9DCB-4F0A-AE68-A799A07C6EC1}">
      <dgm:prSet/>
      <dgm:spPr/>
      <dgm:t>
        <a:bodyPr/>
        <a:lstStyle/>
        <a:p>
          <a:r>
            <a:rPr lang="en-GB"/>
            <a:t>Personalized agent responses  </a:t>
          </a:r>
          <a:endParaRPr lang="en-US"/>
        </a:p>
      </dgm:t>
    </dgm:pt>
    <dgm:pt modelId="{9E835725-E918-4752-84EE-706281CA52E8}" type="parTrans" cxnId="{87681065-0ED5-49E9-9C9E-D12606856880}">
      <dgm:prSet/>
      <dgm:spPr/>
      <dgm:t>
        <a:bodyPr/>
        <a:lstStyle/>
        <a:p>
          <a:endParaRPr lang="en-US"/>
        </a:p>
      </dgm:t>
    </dgm:pt>
    <dgm:pt modelId="{264AEE11-5E67-41BE-BE29-304D04FAE5E8}" type="sibTrans" cxnId="{87681065-0ED5-49E9-9C9E-D12606856880}">
      <dgm:prSet/>
      <dgm:spPr/>
      <dgm:t>
        <a:bodyPr/>
        <a:lstStyle/>
        <a:p>
          <a:endParaRPr lang="en-US"/>
        </a:p>
      </dgm:t>
    </dgm:pt>
    <dgm:pt modelId="{80899A0A-B1AB-4EC7-B92A-FB1E98592639}">
      <dgm:prSet/>
      <dgm:spPr/>
      <dgm:t>
        <a:bodyPr/>
        <a:lstStyle/>
        <a:p>
          <a:r>
            <a:rPr lang="en-GB"/>
            <a:t>Transparent architecture  </a:t>
          </a:r>
          <a:endParaRPr lang="en-US"/>
        </a:p>
      </dgm:t>
    </dgm:pt>
    <dgm:pt modelId="{600D5CF6-F66A-4C9D-A3BA-D8C83CB576E0}" type="parTrans" cxnId="{621F1569-2B78-4F3B-8BA1-794A1A4CEFDC}">
      <dgm:prSet/>
      <dgm:spPr/>
      <dgm:t>
        <a:bodyPr/>
        <a:lstStyle/>
        <a:p>
          <a:endParaRPr lang="en-US"/>
        </a:p>
      </dgm:t>
    </dgm:pt>
    <dgm:pt modelId="{B1F74245-78D5-4EC9-8553-BC284FA5C01C}" type="sibTrans" cxnId="{621F1569-2B78-4F3B-8BA1-794A1A4CEFDC}">
      <dgm:prSet/>
      <dgm:spPr/>
      <dgm:t>
        <a:bodyPr/>
        <a:lstStyle/>
        <a:p>
          <a:endParaRPr lang="en-US"/>
        </a:p>
      </dgm:t>
    </dgm:pt>
    <dgm:pt modelId="{912469D1-8A3B-4E07-8B96-D6DA287B8930}">
      <dgm:prSet/>
      <dgm:spPr/>
      <dgm:t>
        <a:bodyPr/>
        <a:lstStyle/>
        <a:p>
          <a:r>
            <a:rPr lang="en-GB"/>
            <a:t>AI-powered knowledge graphs</a:t>
          </a:r>
          <a:endParaRPr lang="en-US"/>
        </a:p>
      </dgm:t>
    </dgm:pt>
    <dgm:pt modelId="{4B57E2D4-A34D-4284-AA4C-97FECFB9C351}" type="parTrans" cxnId="{7D734CE2-FF80-4325-99DB-24C4B57736A8}">
      <dgm:prSet/>
      <dgm:spPr/>
      <dgm:t>
        <a:bodyPr/>
        <a:lstStyle/>
        <a:p>
          <a:endParaRPr lang="en-US"/>
        </a:p>
      </dgm:t>
    </dgm:pt>
    <dgm:pt modelId="{5A3E61C5-99CA-46D5-97E2-4E77CF8AE198}" type="sibTrans" cxnId="{7D734CE2-FF80-4325-99DB-24C4B57736A8}">
      <dgm:prSet/>
      <dgm:spPr/>
      <dgm:t>
        <a:bodyPr/>
        <a:lstStyle/>
        <a:p>
          <a:endParaRPr lang="en-US"/>
        </a:p>
      </dgm:t>
    </dgm:pt>
    <dgm:pt modelId="{9607ACC6-AC0C-43FE-9456-6B930045417A}" type="pres">
      <dgm:prSet presAssocID="{054DFEE5-E526-4E5B-8993-28C834EE8981}" presName="diagram" presStyleCnt="0">
        <dgm:presLayoutVars>
          <dgm:chPref val="1"/>
          <dgm:dir/>
          <dgm:animOne val="branch"/>
          <dgm:animLvl val="lvl"/>
          <dgm:resizeHandles val="exact"/>
        </dgm:presLayoutVars>
      </dgm:prSet>
      <dgm:spPr/>
    </dgm:pt>
    <dgm:pt modelId="{499BB912-B8C2-4042-8979-298A6A584792}" type="pres">
      <dgm:prSet presAssocID="{E4B937A7-5DAB-4DCD-847C-DBB8D1DF8EA5}" presName="root1" presStyleCnt="0"/>
      <dgm:spPr/>
    </dgm:pt>
    <dgm:pt modelId="{F6473AAC-BEC0-4FD7-9E89-D0F23DB53969}" type="pres">
      <dgm:prSet presAssocID="{E4B937A7-5DAB-4DCD-847C-DBB8D1DF8EA5}" presName="LevelOneTextNode" presStyleLbl="node0" presStyleIdx="0" presStyleCnt="2">
        <dgm:presLayoutVars>
          <dgm:chPref val="3"/>
        </dgm:presLayoutVars>
      </dgm:prSet>
      <dgm:spPr/>
    </dgm:pt>
    <dgm:pt modelId="{B7741B9C-F991-44D6-AC46-402583254602}" type="pres">
      <dgm:prSet presAssocID="{E4B937A7-5DAB-4DCD-847C-DBB8D1DF8EA5}" presName="level2hierChild" presStyleCnt="0"/>
      <dgm:spPr/>
    </dgm:pt>
    <dgm:pt modelId="{C9AB2AC7-3982-4D09-A622-9FF476445B43}" type="pres">
      <dgm:prSet presAssocID="{0DC016C5-9474-4F34-9139-31DEBA821614}" presName="root1" presStyleCnt="0"/>
      <dgm:spPr/>
    </dgm:pt>
    <dgm:pt modelId="{7D9F6B48-A3A6-41E1-86A0-25002790A6D9}" type="pres">
      <dgm:prSet presAssocID="{0DC016C5-9474-4F34-9139-31DEBA821614}" presName="LevelOneTextNode" presStyleLbl="node0" presStyleIdx="1" presStyleCnt="2">
        <dgm:presLayoutVars>
          <dgm:chPref val="3"/>
        </dgm:presLayoutVars>
      </dgm:prSet>
      <dgm:spPr/>
    </dgm:pt>
    <dgm:pt modelId="{CF61C1E5-55D5-4C40-B13A-59A8EFC25B3A}" type="pres">
      <dgm:prSet presAssocID="{0DC016C5-9474-4F34-9139-31DEBA821614}" presName="level2hierChild" presStyleCnt="0"/>
      <dgm:spPr/>
    </dgm:pt>
    <dgm:pt modelId="{DA98349F-FB6D-4964-94ED-DB36DC0E751A}" type="pres">
      <dgm:prSet presAssocID="{4D0D5A9E-E9AC-4297-90A1-444177D8CE5A}" presName="conn2-1" presStyleLbl="parChTrans1D2" presStyleIdx="0" presStyleCnt="4"/>
      <dgm:spPr/>
    </dgm:pt>
    <dgm:pt modelId="{567138E5-E769-4D49-806B-40EB8E7CF07C}" type="pres">
      <dgm:prSet presAssocID="{4D0D5A9E-E9AC-4297-90A1-444177D8CE5A}" presName="connTx" presStyleLbl="parChTrans1D2" presStyleIdx="0" presStyleCnt="4"/>
      <dgm:spPr/>
    </dgm:pt>
    <dgm:pt modelId="{D83A194A-2749-4E0A-ADA3-C207C47E6D0E}" type="pres">
      <dgm:prSet presAssocID="{C08DF917-1B53-4420-B74E-0BA822564DE9}" presName="root2" presStyleCnt="0"/>
      <dgm:spPr/>
    </dgm:pt>
    <dgm:pt modelId="{0ADECC3B-BEC3-48E1-AD82-641A1A68C257}" type="pres">
      <dgm:prSet presAssocID="{C08DF917-1B53-4420-B74E-0BA822564DE9}" presName="LevelTwoTextNode" presStyleLbl="node2" presStyleIdx="0" presStyleCnt="4">
        <dgm:presLayoutVars>
          <dgm:chPref val="3"/>
        </dgm:presLayoutVars>
      </dgm:prSet>
      <dgm:spPr/>
    </dgm:pt>
    <dgm:pt modelId="{27965948-E637-4D71-AD69-7DB1F03F9745}" type="pres">
      <dgm:prSet presAssocID="{C08DF917-1B53-4420-B74E-0BA822564DE9}" presName="level3hierChild" presStyleCnt="0"/>
      <dgm:spPr/>
    </dgm:pt>
    <dgm:pt modelId="{86622B8B-9FE8-4A4C-B85F-74880F733AF4}" type="pres">
      <dgm:prSet presAssocID="{9E835725-E918-4752-84EE-706281CA52E8}" presName="conn2-1" presStyleLbl="parChTrans1D2" presStyleIdx="1" presStyleCnt="4"/>
      <dgm:spPr/>
    </dgm:pt>
    <dgm:pt modelId="{97634C97-ED44-46D7-8AD9-1DC721D10237}" type="pres">
      <dgm:prSet presAssocID="{9E835725-E918-4752-84EE-706281CA52E8}" presName="connTx" presStyleLbl="parChTrans1D2" presStyleIdx="1" presStyleCnt="4"/>
      <dgm:spPr/>
    </dgm:pt>
    <dgm:pt modelId="{32D08AFE-DF41-48AE-837E-894DCC1766F8}" type="pres">
      <dgm:prSet presAssocID="{9656AC42-9DCB-4F0A-AE68-A799A07C6EC1}" presName="root2" presStyleCnt="0"/>
      <dgm:spPr/>
    </dgm:pt>
    <dgm:pt modelId="{2A6AE5FC-F682-471A-9963-5DD327882923}" type="pres">
      <dgm:prSet presAssocID="{9656AC42-9DCB-4F0A-AE68-A799A07C6EC1}" presName="LevelTwoTextNode" presStyleLbl="node2" presStyleIdx="1" presStyleCnt="4">
        <dgm:presLayoutVars>
          <dgm:chPref val="3"/>
        </dgm:presLayoutVars>
      </dgm:prSet>
      <dgm:spPr/>
    </dgm:pt>
    <dgm:pt modelId="{F36C04D9-E137-4DE7-8E7B-4CAAC4826494}" type="pres">
      <dgm:prSet presAssocID="{9656AC42-9DCB-4F0A-AE68-A799A07C6EC1}" presName="level3hierChild" presStyleCnt="0"/>
      <dgm:spPr/>
    </dgm:pt>
    <dgm:pt modelId="{A5FEFAE8-D9E2-4913-96D9-A138D18BE523}" type="pres">
      <dgm:prSet presAssocID="{600D5CF6-F66A-4C9D-A3BA-D8C83CB576E0}" presName="conn2-1" presStyleLbl="parChTrans1D2" presStyleIdx="2" presStyleCnt="4"/>
      <dgm:spPr/>
    </dgm:pt>
    <dgm:pt modelId="{7A1839CB-E7D1-4080-9490-9E61D21C42EC}" type="pres">
      <dgm:prSet presAssocID="{600D5CF6-F66A-4C9D-A3BA-D8C83CB576E0}" presName="connTx" presStyleLbl="parChTrans1D2" presStyleIdx="2" presStyleCnt="4"/>
      <dgm:spPr/>
    </dgm:pt>
    <dgm:pt modelId="{86AE660A-FDBC-4955-BB35-386F4953F83D}" type="pres">
      <dgm:prSet presAssocID="{80899A0A-B1AB-4EC7-B92A-FB1E98592639}" presName="root2" presStyleCnt="0"/>
      <dgm:spPr/>
    </dgm:pt>
    <dgm:pt modelId="{4B69FD97-16B6-44DC-A228-1762E061F1B3}" type="pres">
      <dgm:prSet presAssocID="{80899A0A-B1AB-4EC7-B92A-FB1E98592639}" presName="LevelTwoTextNode" presStyleLbl="node2" presStyleIdx="2" presStyleCnt="4">
        <dgm:presLayoutVars>
          <dgm:chPref val="3"/>
        </dgm:presLayoutVars>
      </dgm:prSet>
      <dgm:spPr/>
    </dgm:pt>
    <dgm:pt modelId="{54F73E92-5BDD-4B16-940D-B9502FA38DBD}" type="pres">
      <dgm:prSet presAssocID="{80899A0A-B1AB-4EC7-B92A-FB1E98592639}" presName="level3hierChild" presStyleCnt="0"/>
      <dgm:spPr/>
    </dgm:pt>
    <dgm:pt modelId="{346027CC-8230-4F94-8728-5469307FA775}" type="pres">
      <dgm:prSet presAssocID="{4B57E2D4-A34D-4284-AA4C-97FECFB9C351}" presName="conn2-1" presStyleLbl="parChTrans1D2" presStyleIdx="3" presStyleCnt="4"/>
      <dgm:spPr/>
    </dgm:pt>
    <dgm:pt modelId="{AA49EC4E-8CA5-47BD-A462-7F305CE5802C}" type="pres">
      <dgm:prSet presAssocID="{4B57E2D4-A34D-4284-AA4C-97FECFB9C351}" presName="connTx" presStyleLbl="parChTrans1D2" presStyleIdx="3" presStyleCnt="4"/>
      <dgm:spPr/>
    </dgm:pt>
    <dgm:pt modelId="{9A1D4858-C9F5-40D5-AEE7-7000E481FB26}" type="pres">
      <dgm:prSet presAssocID="{912469D1-8A3B-4E07-8B96-D6DA287B8930}" presName="root2" presStyleCnt="0"/>
      <dgm:spPr/>
    </dgm:pt>
    <dgm:pt modelId="{1FCDD811-4EC8-4F58-A34A-895D6536F579}" type="pres">
      <dgm:prSet presAssocID="{912469D1-8A3B-4E07-8B96-D6DA287B8930}" presName="LevelTwoTextNode" presStyleLbl="node2" presStyleIdx="3" presStyleCnt="4">
        <dgm:presLayoutVars>
          <dgm:chPref val="3"/>
        </dgm:presLayoutVars>
      </dgm:prSet>
      <dgm:spPr/>
    </dgm:pt>
    <dgm:pt modelId="{C861355F-7973-4C06-BBD0-89D83A5D1BFA}" type="pres">
      <dgm:prSet presAssocID="{912469D1-8A3B-4E07-8B96-D6DA287B8930}" presName="level3hierChild" presStyleCnt="0"/>
      <dgm:spPr/>
    </dgm:pt>
  </dgm:ptLst>
  <dgm:cxnLst>
    <dgm:cxn modelId="{486C8F01-9979-462D-9894-87397240681C}" type="presOf" srcId="{054DFEE5-E526-4E5B-8993-28C834EE8981}" destId="{9607ACC6-AC0C-43FE-9456-6B930045417A}" srcOrd="0" destOrd="0" presId="urn:microsoft.com/office/officeart/2005/8/layout/hierarchy2"/>
    <dgm:cxn modelId="{DA2CE805-21F9-4633-B196-914F0FE78887}" type="presOf" srcId="{9656AC42-9DCB-4F0A-AE68-A799A07C6EC1}" destId="{2A6AE5FC-F682-471A-9963-5DD327882923}" srcOrd="0" destOrd="0" presId="urn:microsoft.com/office/officeart/2005/8/layout/hierarchy2"/>
    <dgm:cxn modelId="{042D6D12-B456-4197-AC7D-4D61E19298CE}" srcId="{054DFEE5-E526-4E5B-8993-28C834EE8981}" destId="{E4B937A7-5DAB-4DCD-847C-DBB8D1DF8EA5}" srcOrd="0" destOrd="0" parTransId="{54355FC9-5C73-41E2-BC17-049D67AEA020}" sibTransId="{FA060E2A-4ADD-4907-A2C5-76AFA4D02B0C}"/>
    <dgm:cxn modelId="{F8030924-4B14-46CA-AAE2-B76CD26C52FE}" type="presOf" srcId="{4B57E2D4-A34D-4284-AA4C-97FECFB9C351}" destId="{AA49EC4E-8CA5-47BD-A462-7F305CE5802C}" srcOrd="1" destOrd="0" presId="urn:microsoft.com/office/officeart/2005/8/layout/hierarchy2"/>
    <dgm:cxn modelId="{5DBBD527-107D-485D-B8F5-CF692101CC9B}" srcId="{0DC016C5-9474-4F34-9139-31DEBA821614}" destId="{C08DF917-1B53-4420-B74E-0BA822564DE9}" srcOrd="0" destOrd="0" parTransId="{4D0D5A9E-E9AC-4297-90A1-444177D8CE5A}" sibTransId="{994B352E-ECD2-4962-B8EA-DB91AF935CC3}"/>
    <dgm:cxn modelId="{36A5C92A-78B0-4BC3-8A83-5952C1F1B06B}" type="presOf" srcId="{4B57E2D4-A34D-4284-AA4C-97FECFB9C351}" destId="{346027CC-8230-4F94-8728-5469307FA775}" srcOrd="0" destOrd="0" presId="urn:microsoft.com/office/officeart/2005/8/layout/hierarchy2"/>
    <dgm:cxn modelId="{88DED03F-114D-41BD-A8C5-06A2763FFF6B}" type="presOf" srcId="{80899A0A-B1AB-4EC7-B92A-FB1E98592639}" destId="{4B69FD97-16B6-44DC-A228-1762E061F1B3}" srcOrd="0" destOrd="0" presId="urn:microsoft.com/office/officeart/2005/8/layout/hierarchy2"/>
    <dgm:cxn modelId="{87681065-0ED5-49E9-9C9E-D12606856880}" srcId="{0DC016C5-9474-4F34-9139-31DEBA821614}" destId="{9656AC42-9DCB-4F0A-AE68-A799A07C6EC1}" srcOrd="1" destOrd="0" parTransId="{9E835725-E918-4752-84EE-706281CA52E8}" sibTransId="{264AEE11-5E67-41BE-BE29-304D04FAE5E8}"/>
    <dgm:cxn modelId="{621F1569-2B78-4F3B-8BA1-794A1A4CEFDC}" srcId="{0DC016C5-9474-4F34-9139-31DEBA821614}" destId="{80899A0A-B1AB-4EC7-B92A-FB1E98592639}" srcOrd="2" destOrd="0" parTransId="{600D5CF6-F66A-4C9D-A3BA-D8C83CB576E0}" sibTransId="{B1F74245-78D5-4EC9-8553-BC284FA5C01C}"/>
    <dgm:cxn modelId="{7F19B16A-B6CA-4FE0-8564-D16D413EA169}" type="presOf" srcId="{9E835725-E918-4752-84EE-706281CA52E8}" destId="{86622B8B-9FE8-4A4C-B85F-74880F733AF4}" srcOrd="0" destOrd="0" presId="urn:microsoft.com/office/officeart/2005/8/layout/hierarchy2"/>
    <dgm:cxn modelId="{EB61644B-CE6B-4183-9DAB-67DE6B3AC6A0}" type="presOf" srcId="{C08DF917-1B53-4420-B74E-0BA822564DE9}" destId="{0ADECC3B-BEC3-48E1-AD82-641A1A68C257}" srcOrd="0" destOrd="0" presId="urn:microsoft.com/office/officeart/2005/8/layout/hierarchy2"/>
    <dgm:cxn modelId="{CE622E71-3047-48AA-B8F5-BAA10EB5F763}" type="presOf" srcId="{E4B937A7-5DAB-4DCD-847C-DBB8D1DF8EA5}" destId="{F6473AAC-BEC0-4FD7-9E89-D0F23DB53969}" srcOrd="0" destOrd="0" presId="urn:microsoft.com/office/officeart/2005/8/layout/hierarchy2"/>
    <dgm:cxn modelId="{E0FC228A-13DC-4FF1-8DBE-7167AED54CE9}" type="presOf" srcId="{4D0D5A9E-E9AC-4297-90A1-444177D8CE5A}" destId="{567138E5-E769-4D49-806B-40EB8E7CF07C}" srcOrd="1" destOrd="0" presId="urn:microsoft.com/office/officeart/2005/8/layout/hierarchy2"/>
    <dgm:cxn modelId="{A0EF9D95-09AE-4226-A23B-93E77EFAADB9}" srcId="{054DFEE5-E526-4E5B-8993-28C834EE8981}" destId="{0DC016C5-9474-4F34-9139-31DEBA821614}" srcOrd="1" destOrd="0" parTransId="{5B6324ED-DDBB-4CEB-AA86-AE56AE7E6DA6}" sibTransId="{9106013B-30A4-495F-8732-AC640F1D0E65}"/>
    <dgm:cxn modelId="{D895369A-C440-42DD-87AB-5AFF2EB7F273}" type="presOf" srcId="{600D5CF6-F66A-4C9D-A3BA-D8C83CB576E0}" destId="{7A1839CB-E7D1-4080-9490-9E61D21C42EC}" srcOrd="1" destOrd="0" presId="urn:microsoft.com/office/officeart/2005/8/layout/hierarchy2"/>
    <dgm:cxn modelId="{D74C069F-424C-4B04-842A-7AB02FBFA606}" type="presOf" srcId="{600D5CF6-F66A-4C9D-A3BA-D8C83CB576E0}" destId="{A5FEFAE8-D9E2-4913-96D9-A138D18BE523}" srcOrd="0" destOrd="0" presId="urn:microsoft.com/office/officeart/2005/8/layout/hierarchy2"/>
    <dgm:cxn modelId="{089B13AF-9F10-4F4D-9F11-D50C7329F842}" type="presOf" srcId="{9E835725-E918-4752-84EE-706281CA52E8}" destId="{97634C97-ED44-46D7-8AD9-1DC721D10237}" srcOrd="1" destOrd="0" presId="urn:microsoft.com/office/officeart/2005/8/layout/hierarchy2"/>
    <dgm:cxn modelId="{578370CC-0EA1-44B5-9558-B1E5D45D40AD}" type="presOf" srcId="{912469D1-8A3B-4E07-8B96-D6DA287B8930}" destId="{1FCDD811-4EC8-4F58-A34A-895D6536F579}" srcOrd="0" destOrd="0" presId="urn:microsoft.com/office/officeart/2005/8/layout/hierarchy2"/>
    <dgm:cxn modelId="{B79E5CE2-9841-4948-A498-F58ABDD300A5}" type="presOf" srcId="{0DC016C5-9474-4F34-9139-31DEBA821614}" destId="{7D9F6B48-A3A6-41E1-86A0-25002790A6D9}" srcOrd="0" destOrd="0" presId="urn:microsoft.com/office/officeart/2005/8/layout/hierarchy2"/>
    <dgm:cxn modelId="{7D734CE2-FF80-4325-99DB-24C4B57736A8}" srcId="{0DC016C5-9474-4F34-9139-31DEBA821614}" destId="{912469D1-8A3B-4E07-8B96-D6DA287B8930}" srcOrd="3" destOrd="0" parTransId="{4B57E2D4-A34D-4284-AA4C-97FECFB9C351}" sibTransId="{5A3E61C5-99CA-46D5-97E2-4E77CF8AE198}"/>
    <dgm:cxn modelId="{C2C3ECFC-8AE0-4172-B178-AC3B7935CF63}" type="presOf" srcId="{4D0D5A9E-E9AC-4297-90A1-444177D8CE5A}" destId="{DA98349F-FB6D-4964-94ED-DB36DC0E751A}" srcOrd="0" destOrd="0" presId="urn:microsoft.com/office/officeart/2005/8/layout/hierarchy2"/>
    <dgm:cxn modelId="{000EAABC-6B12-407D-8266-B685C7D34462}" type="presParOf" srcId="{9607ACC6-AC0C-43FE-9456-6B930045417A}" destId="{499BB912-B8C2-4042-8979-298A6A584792}" srcOrd="0" destOrd="0" presId="urn:microsoft.com/office/officeart/2005/8/layout/hierarchy2"/>
    <dgm:cxn modelId="{5105603A-C2C1-4391-B06C-E1709B5FFDDB}" type="presParOf" srcId="{499BB912-B8C2-4042-8979-298A6A584792}" destId="{F6473AAC-BEC0-4FD7-9E89-D0F23DB53969}" srcOrd="0" destOrd="0" presId="urn:microsoft.com/office/officeart/2005/8/layout/hierarchy2"/>
    <dgm:cxn modelId="{C717B3A3-0101-4755-9548-DC4CC8022C6E}" type="presParOf" srcId="{499BB912-B8C2-4042-8979-298A6A584792}" destId="{B7741B9C-F991-44D6-AC46-402583254602}" srcOrd="1" destOrd="0" presId="urn:microsoft.com/office/officeart/2005/8/layout/hierarchy2"/>
    <dgm:cxn modelId="{DDA96768-0E6E-402C-9CC0-0167F2B05333}" type="presParOf" srcId="{9607ACC6-AC0C-43FE-9456-6B930045417A}" destId="{C9AB2AC7-3982-4D09-A622-9FF476445B43}" srcOrd="1" destOrd="0" presId="urn:microsoft.com/office/officeart/2005/8/layout/hierarchy2"/>
    <dgm:cxn modelId="{02C01746-2DFB-439D-A620-1DBAEDA0169D}" type="presParOf" srcId="{C9AB2AC7-3982-4D09-A622-9FF476445B43}" destId="{7D9F6B48-A3A6-41E1-86A0-25002790A6D9}" srcOrd="0" destOrd="0" presId="urn:microsoft.com/office/officeart/2005/8/layout/hierarchy2"/>
    <dgm:cxn modelId="{8BAD24C1-629A-460B-8F93-260FCDE94B02}" type="presParOf" srcId="{C9AB2AC7-3982-4D09-A622-9FF476445B43}" destId="{CF61C1E5-55D5-4C40-B13A-59A8EFC25B3A}" srcOrd="1" destOrd="0" presId="urn:microsoft.com/office/officeart/2005/8/layout/hierarchy2"/>
    <dgm:cxn modelId="{5CB80C26-F836-4CB1-89DA-51C4E16EC246}" type="presParOf" srcId="{CF61C1E5-55D5-4C40-B13A-59A8EFC25B3A}" destId="{DA98349F-FB6D-4964-94ED-DB36DC0E751A}" srcOrd="0" destOrd="0" presId="urn:microsoft.com/office/officeart/2005/8/layout/hierarchy2"/>
    <dgm:cxn modelId="{9CDBBA7C-5076-4174-8077-15B01BC15FE0}" type="presParOf" srcId="{DA98349F-FB6D-4964-94ED-DB36DC0E751A}" destId="{567138E5-E769-4D49-806B-40EB8E7CF07C}" srcOrd="0" destOrd="0" presId="urn:microsoft.com/office/officeart/2005/8/layout/hierarchy2"/>
    <dgm:cxn modelId="{55CD2194-FCDF-4383-B55D-BD7C1E48D8DF}" type="presParOf" srcId="{CF61C1E5-55D5-4C40-B13A-59A8EFC25B3A}" destId="{D83A194A-2749-4E0A-ADA3-C207C47E6D0E}" srcOrd="1" destOrd="0" presId="urn:microsoft.com/office/officeart/2005/8/layout/hierarchy2"/>
    <dgm:cxn modelId="{7271668A-0B51-4D84-80AB-2AC8B292D38A}" type="presParOf" srcId="{D83A194A-2749-4E0A-ADA3-C207C47E6D0E}" destId="{0ADECC3B-BEC3-48E1-AD82-641A1A68C257}" srcOrd="0" destOrd="0" presId="urn:microsoft.com/office/officeart/2005/8/layout/hierarchy2"/>
    <dgm:cxn modelId="{123E3211-EB20-47D8-BA70-9CC208B10519}" type="presParOf" srcId="{D83A194A-2749-4E0A-ADA3-C207C47E6D0E}" destId="{27965948-E637-4D71-AD69-7DB1F03F9745}" srcOrd="1" destOrd="0" presId="urn:microsoft.com/office/officeart/2005/8/layout/hierarchy2"/>
    <dgm:cxn modelId="{A311EC89-BADF-47E7-85D6-ED07F005D828}" type="presParOf" srcId="{CF61C1E5-55D5-4C40-B13A-59A8EFC25B3A}" destId="{86622B8B-9FE8-4A4C-B85F-74880F733AF4}" srcOrd="2" destOrd="0" presId="urn:microsoft.com/office/officeart/2005/8/layout/hierarchy2"/>
    <dgm:cxn modelId="{AF011A6B-DEDC-44CF-9C8C-3FEB59286F85}" type="presParOf" srcId="{86622B8B-9FE8-4A4C-B85F-74880F733AF4}" destId="{97634C97-ED44-46D7-8AD9-1DC721D10237}" srcOrd="0" destOrd="0" presId="urn:microsoft.com/office/officeart/2005/8/layout/hierarchy2"/>
    <dgm:cxn modelId="{C588B7A5-A783-42B3-ADEB-D9C4D0D25C9C}" type="presParOf" srcId="{CF61C1E5-55D5-4C40-B13A-59A8EFC25B3A}" destId="{32D08AFE-DF41-48AE-837E-894DCC1766F8}" srcOrd="3" destOrd="0" presId="urn:microsoft.com/office/officeart/2005/8/layout/hierarchy2"/>
    <dgm:cxn modelId="{53AFB742-A407-4650-AC2F-97B4FAEFF0F8}" type="presParOf" srcId="{32D08AFE-DF41-48AE-837E-894DCC1766F8}" destId="{2A6AE5FC-F682-471A-9963-5DD327882923}" srcOrd="0" destOrd="0" presId="urn:microsoft.com/office/officeart/2005/8/layout/hierarchy2"/>
    <dgm:cxn modelId="{F448FFEB-79CA-4857-AFA6-D81CB356E766}" type="presParOf" srcId="{32D08AFE-DF41-48AE-837E-894DCC1766F8}" destId="{F36C04D9-E137-4DE7-8E7B-4CAAC4826494}" srcOrd="1" destOrd="0" presId="urn:microsoft.com/office/officeart/2005/8/layout/hierarchy2"/>
    <dgm:cxn modelId="{E9285966-DC22-4FBC-9549-C4C6D7E89A7F}" type="presParOf" srcId="{CF61C1E5-55D5-4C40-B13A-59A8EFC25B3A}" destId="{A5FEFAE8-D9E2-4913-96D9-A138D18BE523}" srcOrd="4" destOrd="0" presId="urn:microsoft.com/office/officeart/2005/8/layout/hierarchy2"/>
    <dgm:cxn modelId="{D8359D8E-B21F-4EFC-BFFF-C58772951CDF}" type="presParOf" srcId="{A5FEFAE8-D9E2-4913-96D9-A138D18BE523}" destId="{7A1839CB-E7D1-4080-9490-9E61D21C42EC}" srcOrd="0" destOrd="0" presId="urn:microsoft.com/office/officeart/2005/8/layout/hierarchy2"/>
    <dgm:cxn modelId="{ABBFD9CB-9C33-494C-9CB7-A0D81F0D7B72}" type="presParOf" srcId="{CF61C1E5-55D5-4C40-B13A-59A8EFC25B3A}" destId="{86AE660A-FDBC-4955-BB35-386F4953F83D}" srcOrd="5" destOrd="0" presId="urn:microsoft.com/office/officeart/2005/8/layout/hierarchy2"/>
    <dgm:cxn modelId="{08B34AC5-0C7A-4134-A4EA-BA1804E7CA37}" type="presParOf" srcId="{86AE660A-FDBC-4955-BB35-386F4953F83D}" destId="{4B69FD97-16B6-44DC-A228-1762E061F1B3}" srcOrd="0" destOrd="0" presId="urn:microsoft.com/office/officeart/2005/8/layout/hierarchy2"/>
    <dgm:cxn modelId="{89EE6284-AB03-4D01-8019-C4106DE23838}" type="presParOf" srcId="{86AE660A-FDBC-4955-BB35-386F4953F83D}" destId="{54F73E92-5BDD-4B16-940D-B9502FA38DBD}" srcOrd="1" destOrd="0" presId="urn:microsoft.com/office/officeart/2005/8/layout/hierarchy2"/>
    <dgm:cxn modelId="{E574FE2F-7D9F-4E5F-922A-495C7C062CC2}" type="presParOf" srcId="{CF61C1E5-55D5-4C40-B13A-59A8EFC25B3A}" destId="{346027CC-8230-4F94-8728-5469307FA775}" srcOrd="6" destOrd="0" presId="urn:microsoft.com/office/officeart/2005/8/layout/hierarchy2"/>
    <dgm:cxn modelId="{6B274A61-155D-479F-9AFA-D049DD37BC61}" type="presParOf" srcId="{346027CC-8230-4F94-8728-5469307FA775}" destId="{AA49EC4E-8CA5-47BD-A462-7F305CE5802C}" srcOrd="0" destOrd="0" presId="urn:microsoft.com/office/officeart/2005/8/layout/hierarchy2"/>
    <dgm:cxn modelId="{DE2FECDD-1417-48CA-A2A1-97D0735E2788}" type="presParOf" srcId="{CF61C1E5-55D5-4C40-B13A-59A8EFC25B3A}" destId="{9A1D4858-C9F5-40D5-AEE7-7000E481FB26}" srcOrd="7" destOrd="0" presId="urn:microsoft.com/office/officeart/2005/8/layout/hierarchy2"/>
    <dgm:cxn modelId="{B8D420B1-C9E5-4853-842B-522E567350D8}" type="presParOf" srcId="{9A1D4858-C9F5-40D5-AEE7-7000E481FB26}" destId="{1FCDD811-4EC8-4F58-A34A-895D6536F579}" srcOrd="0" destOrd="0" presId="urn:microsoft.com/office/officeart/2005/8/layout/hierarchy2"/>
    <dgm:cxn modelId="{80E25F95-840C-495C-B231-FA5C4D513FC1}" type="presParOf" srcId="{9A1D4858-C9F5-40D5-AEE7-7000E481FB26}" destId="{C861355F-7973-4C06-BBD0-89D83A5D1BF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D0BA7DD-AECE-4F5B-A5F0-BD2A2E93141E}"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0B556379-66EE-4D12-82DD-638FF0599591}">
      <dgm:prSet/>
      <dgm:spPr/>
      <dgm:t>
        <a:bodyPr/>
        <a:lstStyle/>
        <a:p>
          <a:r>
            <a:rPr lang="en-GB"/>
            <a:t>MVP built and deployed  </a:t>
          </a:r>
          <a:endParaRPr lang="en-US"/>
        </a:p>
      </dgm:t>
    </dgm:pt>
    <dgm:pt modelId="{F24BAD3F-ED8B-4E77-90C5-77CD75CD6051}" type="parTrans" cxnId="{734969F2-D2EB-4C42-8603-7B71D7CC8128}">
      <dgm:prSet/>
      <dgm:spPr/>
      <dgm:t>
        <a:bodyPr/>
        <a:lstStyle/>
        <a:p>
          <a:endParaRPr lang="en-US"/>
        </a:p>
      </dgm:t>
    </dgm:pt>
    <dgm:pt modelId="{B017DB81-FA89-4916-91E5-6967F139F529}" type="sibTrans" cxnId="{734969F2-D2EB-4C42-8603-7B71D7CC8128}">
      <dgm:prSet/>
      <dgm:spPr/>
      <dgm:t>
        <a:bodyPr/>
        <a:lstStyle/>
        <a:p>
          <a:endParaRPr lang="en-US"/>
        </a:p>
      </dgm:t>
    </dgm:pt>
    <dgm:pt modelId="{A75DC0EB-AFE3-4F8C-BAE3-D2EFCB6A74B7}">
      <dgm:prSet/>
      <dgm:spPr/>
      <dgm:t>
        <a:bodyPr/>
        <a:lstStyle/>
        <a:p>
          <a:r>
            <a:rPr lang="en-GB"/>
            <a:t>Resume analysis agent  </a:t>
          </a:r>
          <a:endParaRPr lang="en-US"/>
        </a:p>
      </dgm:t>
    </dgm:pt>
    <dgm:pt modelId="{62F609F5-24EA-4C66-A21C-5EF2394DAB51}" type="parTrans" cxnId="{01FC4E40-8846-44C1-A99E-AE1C4A094A81}">
      <dgm:prSet/>
      <dgm:spPr/>
      <dgm:t>
        <a:bodyPr/>
        <a:lstStyle/>
        <a:p>
          <a:endParaRPr lang="en-US"/>
        </a:p>
      </dgm:t>
    </dgm:pt>
    <dgm:pt modelId="{3676AEFC-303C-41E1-ADDA-E7A843FCB047}" type="sibTrans" cxnId="{01FC4E40-8846-44C1-A99E-AE1C4A094A81}">
      <dgm:prSet/>
      <dgm:spPr/>
      <dgm:t>
        <a:bodyPr/>
        <a:lstStyle/>
        <a:p>
          <a:endParaRPr lang="en-US"/>
        </a:p>
      </dgm:t>
    </dgm:pt>
    <dgm:pt modelId="{9691808E-748A-4F15-8F74-6DEF698B3A46}">
      <dgm:prSet/>
      <dgm:spPr/>
      <dgm:t>
        <a:bodyPr/>
        <a:lstStyle/>
        <a:p>
          <a:r>
            <a:rPr lang="en-GB"/>
            <a:t>Vision model integration  </a:t>
          </a:r>
          <a:endParaRPr lang="en-US"/>
        </a:p>
      </dgm:t>
    </dgm:pt>
    <dgm:pt modelId="{8879F3E0-3DD4-4677-99B9-B4A9E0B54752}" type="parTrans" cxnId="{99395EAF-2F28-47C2-9899-15E2B97D8E3A}">
      <dgm:prSet/>
      <dgm:spPr/>
      <dgm:t>
        <a:bodyPr/>
        <a:lstStyle/>
        <a:p>
          <a:endParaRPr lang="en-US"/>
        </a:p>
      </dgm:t>
    </dgm:pt>
    <dgm:pt modelId="{8EE58842-15B3-40B5-87A6-75EE5B429FAD}" type="sibTrans" cxnId="{99395EAF-2F28-47C2-9899-15E2B97D8E3A}">
      <dgm:prSet/>
      <dgm:spPr/>
      <dgm:t>
        <a:bodyPr/>
        <a:lstStyle/>
        <a:p>
          <a:endParaRPr lang="en-US"/>
        </a:p>
      </dgm:t>
    </dgm:pt>
    <dgm:pt modelId="{387330CC-1B46-4377-94D9-EB5033098CBA}">
      <dgm:prSet/>
      <dgm:spPr/>
      <dgm:t>
        <a:bodyPr/>
        <a:lstStyle/>
        <a:p>
          <a:r>
            <a:rPr lang="en-GB"/>
            <a:t>Chrome extension for job boards  </a:t>
          </a:r>
          <a:endParaRPr lang="en-US"/>
        </a:p>
      </dgm:t>
    </dgm:pt>
    <dgm:pt modelId="{AAE5475D-76CF-49DA-9415-3986282B8EA6}" type="parTrans" cxnId="{00CB0D37-5CA2-4322-B128-95C8F38C42EE}">
      <dgm:prSet/>
      <dgm:spPr/>
      <dgm:t>
        <a:bodyPr/>
        <a:lstStyle/>
        <a:p>
          <a:endParaRPr lang="en-US"/>
        </a:p>
      </dgm:t>
    </dgm:pt>
    <dgm:pt modelId="{6F3627CD-B589-4CB0-B530-C0E3F8DCE2A5}" type="sibTrans" cxnId="{00CB0D37-5CA2-4322-B128-95C8F38C42EE}">
      <dgm:prSet/>
      <dgm:spPr/>
      <dgm:t>
        <a:bodyPr/>
        <a:lstStyle/>
        <a:p>
          <a:endParaRPr lang="en-US"/>
        </a:p>
      </dgm:t>
    </dgm:pt>
    <dgm:pt modelId="{0B935A88-4759-4699-922D-611941CBE9C0}">
      <dgm:prSet/>
      <dgm:spPr/>
      <dgm:t>
        <a:bodyPr/>
        <a:lstStyle/>
        <a:p>
          <a:r>
            <a:rPr lang="en-GB"/>
            <a:t>Enterprise pilot with recruiters</a:t>
          </a:r>
          <a:endParaRPr lang="en-US"/>
        </a:p>
      </dgm:t>
    </dgm:pt>
    <dgm:pt modelId="{5766DF28-6435-4971-944A-2F1F98958231}" type="parTrans" cxnId="{03881B9B-B51C-4782-8410-602FB40CED98}">
      <dgm:prSet/>
      <dgm:spPr/>
      <dgm:t>
        <a:bodyPr/>
        <a:lstStyle/>
        <a:p>
          <a:endParaRPr lang="en-US"/>
        </a:p>
      </dgm:t>
    </dgm:pt>
    <dgm:pt modelId="{3FD7E4D2-4850-4C18-9294-DD2FBCF6B2F2}" type="sibTrans" cxnId="{03881B9B-B51C-4782-8410-602FB40CED98}">
      <dgm:prSet/>
      <dgm:spPr/>
      <dgm:t>
        <a:bodyPr/>
        <a:lstStyle/>
        <a:p>
          <a:endParaRPr lang="en-US"/>
        </a:p>
      </dgm:t>
    </dgm:pt>
    <dgm:pt modelId="{98723B93-A4AA-48AB-861C-C8E782709227}" type="pres">
      <dgm:prSet presAssocID="{5D0BA7DD-AECE-4F5B-A5F0-BD2A2E93141E}" presName="diagram" presStyleCnt="0">
        <dgm:presLayoutVars>
          <dgm:dir/>
          <dgm:resizeHandles val="exact"/>
        </dgm:presLayoutVars>
      </dgm:prSet>
      <dgm:spPr/>
    </dgm:pt>
    <dgm:pt modelId="{EE9F31AC-F1A4-4764-AE51-6A72B0182F33}" type="pres">
      <dgm:prSet presAssocID="{0B556379-66EE-4D12-82DD-638FF0599591}" presName="arrow" presStyleLbl="node1" presStyleIdx="0" presStyleCnt="5">
        <dgm:presLayoutVars>
          <dgm:bulletEnabled val="1"/>
        </dgm:presLayoutVars>
      </dgm:prSet>
      <dgm:spPr/>
    </dgm:pt>
    <dgm:pt modelId="{B2B4836E-C1BF-4334-84D6-4322117792D7}" type="pres">
      <dgm:prSet presAssocID="{A75DC0EB-AFE3-4F8C-BAE3-D2EFCB6A74B7}" presName="arrow" presStyleLbl="node1" presStyleIdx="1" presStyleCnt="5">
        <dgm:presLayoutVars>
          <dgm:bulletEnabled val="1"/>
        </dgm:presLayoutVars>
      </dgm:prSet>
      <dgm:spPr/>
    </dgm:pt>
    <dgm:pt modelId="{8A287BB3-ABE0-48E6-9D79-A013C7A6EC16}" type="pres">
      <dgm:prSet presAssocID="{9691808E-748A-4F15-8F74-6DEF698B3A46}" presName="arrow" presStyleLbl="node1" presStyleIdx="2" presStyleCnt="5">
        <dgm:presLayoutVars>
          <dgm:bulletEnabled val="1"/>
        </dgm:presLayoutVars>
      </dgm:prSet>
      <dgm:spPr/>
    </dgm:pt>
    <dgm:pt modelId="{2305D6E8-C9CF-4CAB-AC42-02076997256C}" type="pres">
      <dgm:prSet presAssocID="{387330CC-1B46-4377-94D9-EB5033098CBA}" presName="arrow" presStyleLbl="node1" presStyleIdx="3" presStyleCnt="5">
        <dgm:presLayoutVars>
          <dgm:bulletEnabled val="1"/>
        </dgm:presLayoutVars>
      </dgm:prSet>
      <dgm:spPr/>
    </dgm:pt>
    <dgm:pt modelId="{837F00CD-A95B-42DC-B981-B456BAD9564F}" type="pres">
      <dgm:prSet presAssocID="{0B935A88-4759-4699-922D-611941CBE9C0}" presName="arrow" presStyleLbl="node1" presStyleIdx="4" presStyleCnt="5">
        <dgm:presLayoutVars>
          <dgm:bulletEnabled val="1"/>
        </dgm:presLayoutVars>
      </dgm:prSet>
      <dgm:spPr/>
    </dgm:pt>
  </dgm:ptLst>
  <dgm:cxnLst>
    <dgm:cxn modelId="{36CFC31F-F1B0-4328-B8F5-11909CF857FB}" type="presOf" srcId="{387330CC-1B46-4377-94D9-EB5033098CBA}" destId="{2305D6E8-C9CF-4CAB-AC42-02076997256C}" srcOrd="0" destOrd="0" presId="urn:microsoft.com/office/officeart/2005/8/layout/arrow5"/>
    <dgm:cxn modelId="{B174052C-4699-4FAD-A56E-CCFD59438AC8}" type="presOf" srcId="{0B556379-66EE-4D12-82DD-638FF0599591}" destId="{EE9F31AC-F1A4-4764-AE51-6A72B0182F33}" srcOrd="0" destOrd="0" presId="urn:microsoft.com/office/officeart/2005/8/layout/arrow5"/>
    <dgm:cxn modelId="{E1E2782D-02A2-4F71-849F-E00B4B8AAF2D}" type="presOf" srcId="{0B935A88-4759-4699-922D-611941CBE9C0}" destId="{837F00CD-A95B-42DC-B981-B456BAD9564F}" srcOrd="0" destOrd="0" presId="urn:microsoft.com/office/officeart/2005/8/layout/arrow5"/>
    <dgm:cxn modelId="{00CB0D37-5CA2-4322-B128-95C8F38C42EE}" srcId="{5D0BA7DD-AECE-4F5B-A5F0-BD2A2E93141E}" destId="{387330CC-1B46-4377-94D9-EB5033098CBA}" srcOrd="3" destOrd="0" parTransId="{AAE5475D-76CF-49DA-9415-3986282B8EA6}" sibTransId="{6F3627CD-B589-4CB0-B530-C0E3F8DCE2A5}"/>
    <dgm:cxn modelId="{01FC4E40-8846-44C1-A99E-AE1C4A094A81}" srcId="{5D0BA7DD-AECE-4F5B-A5F0-BD2A2E93141E}" destId="{A75DC0EB-AFE3-4F8C-BAE3-D2EFCB6A74B7}" srcOrd="1" destOrd="0" parTransId="{62F609F5-24EA-4C66-A21C-5EF2394DAB51}" sibTransId="{3676AEFC-303C-41E1-ADDA-E7A843FCB047}"/>
    <dgm:cxn modelId="{3097F640-489B-4CDC-BE55-5F69E583A841}" type="presOf" srcId="{A75DC0EB-AFE3-4F8C-BAE3-D2EFCB6A74B7}" destId="{B2B4836E-C1BF-4334-84D6-4322117792D7}" srcOrd="0" destOrd="0" presId="urn:microsoft.com/office/officeart/2005/8/layout/arrow5"/>
    <dgm:cxn modelId="{988EEB5F-3814-4A71-847A-A488FAE70B96}" type="presOf" srcId="{5D0BA7DD-AECE-4F5B-A5F0-BD2A2E93141E}" destId="{98723B93-A4AA-48AB-861C-C8E782709227}" srcOrd="0" destOrd="0" presId="urn:microsoft.com/office/officeart/2005/8/layout/arrow5"/>
    <dgm:cxn modelId="{620E739A-6396-498C-AEEB-66CBBC22798B}" type="presOf" srcId="{9691808E-748A-4F15-8F74-6DEF698B3A46}" destId="{8A287BB3-ABE0-48E6-9D79-A013C7A6EC16}" srcOrd="0" destOrd="0" presId="urn:microsoft.com/office/officeart/2005/8/layout/arrow5"/>
    <dgm:cxn modelId="{03881B9B-B51C-4782-8410-602FB40CED98}" srcId="{5D0BA7DD-AECE-4F5B-A5F0-BD2A2E93141E}" destId="{0B935A88-4759-4699-922D-611941CBE9C0}" srcOrd="4" destOrd="0" parTransId="{5766DF28-6435-4971-944A-2F1F98958231}" sibTransId="{3FD7E4D2-4850-4C18-9294-DD2FBCF6B2F2}"/>
    <dgm:cxn modelId="{99395EAF-2F28-47C2-9899-15E2B97D8E3A}" srcId="{5D0BA7DD-AECE-4F5B-A5F0-BD2A2E93141E}" destId="{9691808E-748A-4F15-8F74-6DEF698B3A46}" srcOrd="2" destOrd="0" parTransId="{8879F3E0-3DD4-4677-99B9-B4A9E0B54752}" sibTransId="{8EE58842-15B3-40B5-87A6-75EE5B429FAD}"/>
    <dgm:cxn modelId="{734969F2-D2EB-4C42-8603-7B71D7CC8128}" srcId="{5D0BA7DD-AECE-4F5B-A5F0-BD2A2E93141E}" destId="{0B556379-66EE-4D12-82DD-638FF0599591}" srcOrd="0" destOrd="0" parTransId="{F24BAD3F-ED8B-4E77-90C5-77CD75CD6051}" sibTransId="{B017DB81-FA89-4916-91E5-6967F139F529}"/>
    <dgm:cxn modelId="{9C5BFF26-DB0B-4D5B-89AA-908A3E8914D0}" type="presParOf" srcId="{98723B93-A4AA-48AB-861C-C8E782709227}" destId="{EE9F31AC-F1A4-4764-AE51-6A72B0182F33}" srcOrd="0" destOrd="0" presId="urn:microsoft.com/office/officeart/2005/8/layout/arrow5"/>
    <dgm:cxn modelId="{014B2AED-5D58-407E-8E4B-1B1800D59CBD}" type="presParOf" srcId="{98723B93-A4AA-48AB-861C-C8E782709227}" destId="{B2B4836E-C1BF-4334-84D6-4322117792D7}" srcOrd="1" destOrd="0" presId="urn:microsoft.com/office/officeart/2005/8/layout/arrow5"/>
    <dgm:cxn modelId="{7D70AD70-9049-4C80-A21F-AC162CA40FF3}" type="presParOf" srcId="{98723B93-A4AA-48AB-861C-C8E782709227}" destId="{8A287BB3-ABE0-48E6-9D79-A013C7A6EC16}" srcOrd="2" destOrd="0" presId="urn:microsoft.com/office/officeart/2005/8/layout/arrow5"/>
    <dgm:cxn modelId="{C2B81966-30A6-419C-80B9-A0761411568B}" type="presParOf" srcId="{98723B93-A4AA-48AB-861C-C8E782709227}" destId="{2305D6E8-C9CF-4CAB-AC42-02076997256C}" srcOrd="3" destOrd="0" presId="urn:microsoft.com/office/officeart/2005/8/layout/arrow5"/>
    <dgm:cxn modelId="{0861B413-645C-4E37-B46B-361ED14D9B27}" type="presParOf" srcId="{98723B93-A4AA-48AB-861C-C8E782709227}" destId="{837F00CD-A95B-42DC-B981-B456BAD9564F}" srcOrd="4"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77E98CE-BA59-4F6D-AF99-54D4095170E9}"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E6BD3CB5-469D-4160-A0FD-1984C40CA240}">
      <dgm:prSet/>
      <dgm:spPr/>
      <dgm:t>
        <a:bodyPr/>
        <a:lstStyle/>
        <a:p>
          <a:r>
            <a:rPr lang="en-GB"/>
            <a:t>Niraj Kumar Adhikary </a:t>
          </a:r>
          <a:endParaRPr lang="en-US"/>
        </a:p>
      </dgm:t>
    </dgm:pt>
    <dgm:pt modelId="{085FF966-B7E2-4A6E-8A0B-14FC6F0DAA27}" type="parTrans" cxnId="{69B69CEC-948D-4643-BB74-CF8D633F6F84}">
      <dgm:prSet/>
      <dgm:spPr/>
      <dgm:t>
        <a:bodyPr/>
        <a:lstStyle/>
        <a:p>
          <a:endParaRPr lang="en-US"/>
        </a:p>
      </dgm:t>
    </dgm:pt>
    <dgm:pt modelId="{1922552E-D7B6-44A1-87F9-728272EEC06B}" type="sibTrans" cxnId="{69B69CEC-948D-4643-BB74-CF8D633F6F84}">
      <dgm:prSet/>
      <dgm:spPr/>
      <dgm:t>
        <a:bodyPr/>
        <a:lstStyle/>
        <a:p>
          <a:endParaRPr lang="en-US"/>
        </a:p>
      </dgm:t>
    </dgm:pt>
    <dgm:pt modelId="{7CBC4F99-73C6-4126-9F88-5B969B4B50EC}">
      <dgm:prSet/>
      <dgm:spPr/>
      <dgm:t>
        <a:bodyPr/>
        <a:lstStyle/>
        <a:p>
          <a:r>
            <a:rPr lang="en-GB"/>
            <a:t>Principal API Architect, 16+ years  </a:t>
          </a:r>
          <a:endParaRPr lang="en-US"/>
        </a:p>
      </dgm:t>
    </dgm:pt>
    <dgm:pt modelId="{1F328519-7519-48D0-B6D3-122C625898A3}" type="parTrans" cxnId="{49ABDCB6-80E8-4111-B195-C8F82C68F077}">
      <dgm:prSet/>
      <dgm:spPr/>
      <dgm:t>
        <a:bodyPr/>
        <a:lstStyle/>
        <a:p>
          <a:endParaRPr lang="en-US"/>
        </a:p>
      </dgm:t>
    </dgm:pt>
    <dgm:pt modelId="{8D348099-9B05-4BB1-8C9C-0BD8E02C8FD0}" type="sibTrans" cxnId="{49ABDCB6-80E8-4111-B195-C8F82C68F077}">
      <dgm:prSet/>
      <dgm:spPr/>
      <dgm:t>
        <a:bodyPr/>
        <a:lstStyle/>
        <a:p>
          <a:endParaRPr lang="en-US"/>
        </a:p>
      </dgm:t>
    </dgm:pt>
    <dgm:pt modelId="{A64C8A9F-ED0B-4C34-AC74-AC661616D4E5}">
      <dgm:prSet/>
      <dgm:spPr/>
      <dgm:t>
        <a:bodyPr/>
        <a:lstStyle/>
        <a:p>
          <a:r>
            <a:rPr lang="en-GB"/>
            <a:t>Deep expertise in cloud-native systems, security, and AI integration  </a:t>
          </a:r>
          <a:endParaRPr lang="en-US"/>
        </a:p>
      </dgm:t>
    </dgm:pt>
    <dgm:pt modelId="{2C464D13-DC65-4B67-8E0F-51E923057A8A}" type="parTrans" cxnId="{3E2867AE-29BE-4BAF-B66F-5B1CE1C0F9D1}">
      <dgm:prSet/>
      <dgm:spPr/>
      <dgm:t>
        <a:bodyPr/>
        <a:lstStyle/>
        <a:p>
          <a:endParaRPr lang="en-US"/>
        </a:p>
      </dgm:t>
    </dgm:pt>
    <dgm:pt modelId="{39E5C4DC-C079-45C7-B3BD-1B47729EAEDD}" type="sibTrans" cxnId="{3E2867AE-29BE-4BAF-B66F-5B1CE1C0F9D1}">
      <dgm:prSet/>
      <dgm:spPr/>
      <dgm:t>
        <a:bodyPr/>
        <a:lstStyle/>
        <a:p>
          <a:endParaRPr lang="en-US"/>
        </a:p>
      </dgm:t>
    </dgm:pt>
    <dgm:pt modelId="{41058639-98A4-4BCF-925C-8B352AC27C4A}">
      <dgm:prSet/>
      <dgm:spPr/>
      <dgm:t>
        <a:bodyPr/>
        <a:lstStyle/>
        <a:p>
          <a:r>
            <a:rPr lang="en-GB"/>
            <a:t>Proven track record of solving complex infra and API challenges</a:t>
          </a:r>
          <a:endParaRPr lang="en-US"/>
        </a:p>
      </dgm:t>
    </dgm:pt>
    <dgm:pt modelId="{D7E1A27B-F348-437B-906A-E987941845BA}" type="parTrans" cxnId="{5BB72447-EF56-45DB-BA32-11E79C8AD8B6}">
      <dgm:prSet/>
      <dgm:spPr/>
      <dgm:t>
        <a:bodyPr/>
        <a:lstStyle/>
        <a:p>
          <a:endParaRPr lang="en-US"/>
        </a:p>
      </dgm:t>
    </dgm:pt>
    <dgm:pt modelId="{54FF7765-2A0D-4405-949F-D5176BD5D974}" type="sibTrans" cxnId="{5BB72447-EF56-45DB-BA32-11E79C8AD8B6}">
      <dgm:prSet/>
      <dgm:spPr/>
      <dgm:t>
        <a:bodyPr/>
        <a:lstStyle/>
        <a:p>
          <a:endParaRPr lang="en-US"/>
        </a:p>
      </dgm:t>
    </dgm:pt>
    <dgm:pt modelId="{2552A7FF-37A3-44C3-8E68-0F4EA24A5F1F}">
      <dgm:prSet/>
      <dgm:spPr/>
      <dgm:t>
        <a:bodyPr/>
        <a:lstStyle/>
        <a:p>
          <a:r>
            <a:rPr lang="en-GB"/>
            <a:t>Allah Nawaz</a:t>
          </a:r>
          <a:endParaRPr lang="en-US"/>
        </a:p>
      </dgm:t>
    </dgm:pt>
    <dgm:pt modelId="{93A1E840-79CD-4181-93E1-2AE1D27C06B5}" type="parTrans" cxnId="{66BB5DF0-1EB9-4A3D-9F5A-3C17A8F0753F}">
      <dgm:prSet/>
      <dgm:spPr/>
      <dgm:t>
        <a:bodyPr/>
        <a:lstStyle/>
        <a:p>
          <a:endParaRPr lang="en-US"/>
        </a:p>
      </dgm:t>
    </dgm:pt>
    <dgm:pt modelId="{A43E48D7-E4DD-4A15-BEF3-9C7604DDD10E}" type="sibTrans" cxnId="{66BB5DF0-1EB9-4A3D-9F5A-3C17A8F0753F}">
      <dgm:prSet/>
      <dgm:spPr/>
      <dgm:t>
        <a:bodyPr/>
        <a:lstStyle/>
        <a:p>
          <a:endParaRPr lang="en-US"/>
        </a:p>
      </dgm:t>
    </dgm:pt>
    <dgm:pt modelId="{3EEE932C-D439-49A8-B080-4C11DF992A27}">
      <dgm:prSet/>
      <dgm:spPr/>
      <dgm:t>
        <a:bodyPr/>
        <a:lstStyle/>
        <a:p>
          <a:r>
            <a:rPr lang="en-GB"/>
            <a:t>Software Developer</a:t>
          </a:r>
          <a:endParaRPr lang="en-US"/>
        </a:p>
      </dgm:t>
    </dgm:pt>
    <dgm:pt modelId="{36BB32B3-D59A-461A-A05C-7C6FC97725AB}" type="parTrans" cxnId="{4C4E423F-ED7E-41EC-AB06-2287EDBCFC6E}">
      <dgm:prSet/>
      <dgm:spPr/>
      <dgm:t>
        <a:bodyPr/>
        <a:lstStyle/>
        <a:p>
          <a:endParaRPr lang="en-US"/>
        </a:p>
      </dgm:t>
    </dgm:pt>
    <dgm:pt modelId="{DC8AF581-FFE6-4C0F-9405-60339B35F7B6}" type="sibTrans" cxnId="{4C4E423F-ED7E-41EC-AB06-2287EDBCFC6E}">
      <dgm:prSet/>
      <dgm:spPr/>
      <dgm:t>
        <a:bodyPr/>
        <a:lstStyle/>
        <a:p>
          <a:endParaRPr lang="en-US"/>
        </a:p>
      </dgm:t>
    </dgm:pt>
    <dgm:pt modelId="{65D41788-8C0B-461B-9BB6-D4B5CDCF790A}">
      <dgm:prSet/>
      <dgm:spPr/>
      <dgm:t>
        <a:bodyPr/>
        <a:lstStyle/>
        <a:p>
          <a:r>
            <a:rPr lang="en-GB"/>
            <a:t>Zain Ul Abideen</a:t>
          </a:r>
          <a:endParaRPr lang="en-US"/>
        </a:p>
      </dgm:t>
    </dgm:pt>
    <dgm:pt modelId="{1A143494-9C0B-4CAF-A6C3-CE2CC7DD3919}" type="parTrans" cxnId="{71FA8A3E-E0B6-47F5-873B-B0893B9FA5E5}">
      <dgm:prSet/>
      <dgm:spPr/>
      <dgm:t>
        <a:bodyPr/>
        <a:lstStyle/>
        <a:p>
          <a:endParaRPr lang="en-US"/>
        </a:p>
      </dgm:t>
    </dgm:pt>
    <dgm:pt modelId="{963B2094-4527-4A93-9977-78DECDA04CA8}" type="sibTrans" cxnId="{71FA8A3E-E0B6-47F5-873B-B0893B9FA5E5}">
      <dgm:prSet/>
      <dgm:spPr/>
      <dgm:t>
        <a:bodyPr/>
        <a:lstStyle/>
        <a:p>
          <a:endParaRPr lang="en-US"/>
        </a:p>
      </dgm:t>
    </dgm:pt>
    <dgm:pt modelId="{3DD42C68-48E8-4B32-86DA-EA46F438207A}">
      <dgm:prSet/>
      <dgm:spPr/>
      <dgm:t>
        <a:bodyPr/>
        <a:lstStyle/>
        <a:p>
          <a:r>
            <a:rPr lang="en-GB"/>
            <a:t>Software Developer</a:t>
          </a:r>
          <a:endParaRPr lang="en-US"/>
        </a:p>
      </dgm:t>
    </dgm:pt>
    <dgm:pt modelId="{A4BEB242-54B7-47A9-936C-741CC0FDC469}" type="parTrans" cxnId="{834CBCB8-FC69-43B9-A531-7CA9F2B1CDC3}">
      <dgm:prSet/>
      <dgm:spPr/>
      <dgm:t>
        <a:bodyPr/>
        <a:lstStyle/>
        <a:p>
          <a:endParaRPr lang="en-US"/>
        </a:p>
      </dgm:t>
    </dgm:pt>
    <dgm:pt modelId="{18474ED0-0FF4-496D-B90C-967EA1265916}" type="sibTrans" cxnId="{834CBCB8-FC69-43B9-A531-7CA9F2B1CDC3}">
      <dgm:prSet/>
      <dgm:spPr/>
      <dgm:t>
        <a:bodyPr/>
        <a:lstStyle/>
        <a:p>
          <a:endParaRPr lang="en-US"/>
        </a:p>
      </dgm:t>
    </dgm:pt>
    <dgm:pt modelId="{B2F66372-75B5-4F5E-A2B5-0F44123C2B56}">
      <dgm:prSet/>
      <dgm:spPr/>
      <dgm:t>
        <a:bodyPr/>
        <a:lstStyle/>
        <a:p>
          <a:r>
            <a:rPr lang="en-GB"/>
            <a:t>Sadia Cheema</a:t>
          </a:r>
          <a:endParaRPr lang="en-US"/>
        </a:p>
      </dgm:t>
    </dgm:pt>
    <dgm:pt modelId="{C50D1CA1-9405-43AA-B5E0-4D47C01CA530}" type="parTrans" cxnId="{A02F7784-6EA5-446B-9DEC-D8B1F99BD40B}">
      <dgm:prSet/>
      <dgm:spPr/>
      <dgm:t>
        <a:bodyPr/>
        <a:lstStyle/>
        <a:p>
          <a:endParaRPr lang="en-US"/>
        </a:p>
      </dgm:t>
    </dgm:pt>
    <dgm:pt modelId="{286837E0-6B78-4FBC-BAF7-348C6D73DCC2}" type="sibTrans" cxnId="{A02F7784-6EA5-446B-9DEC-D8B1F99BD40B}">
      <dgm:prSet/>
      <dgm:spPr/>
      <dgm:t>
        <a:bodyPr/>
        <a:lstStyle/>
        <a:p>
          <a:endParaRPr lang="en-US"/>
        </a:p>
      </dgm:t>
    </dgm:pt>
    <dgm:pt modelId="{4FF034AE-2D01-46E2-8208-7C67675368FC}">
      <dgm:prSet/>
      <dgm:spPr/>
      <dgm:t>
        <a:bodyPr/>
        <a:lstStyle/>
        <a:p>
          <a:r>
            <a:rPr lang="en-GB"/>
            <a:t>QA</a:t>
          </a:r>
          <a:endParaRPr lang="en-US"/>
        </a:p>
      </dgm:t>
    </dgm:pt>
    <dgm:pt modelId="{A82D158D-B5DA-4B25-B049-CC04F84C1EA8}" type="parTrans" cxnId="{ACE04E1E-FDBA-4670-B6E0-E9087822D628}">
      <dgm:prSet/>
      <dgm:spPr/>
      <dgm:t>
        <a:bodyPr/>
        <a:lstStyle/>
        <a:p>
          <a:endParaRPr lang="en-US"/>
        </a:p>
      </dgm:t>
    </dgm:pt>
    <dgm:pt modelId="{F63FF64E-A2C3-4C9F-9D03-B5BB5A3C5D8D}" type="sibTrans" cxnId="{ACE04E1E-FDBA-4670-B6E0-E9087822D628}">
      <dgm:prSet/>
      <dgm:spPr/>
      <dgm:t>
        <a:bodyPr/>
        <a:lstStyle/>
        <a:p>
          <a:endParaRPr lang="en-US"/>
        </a:p>
      </dgm:t>
    </dgm:pt>
    <dgm:pt modelId="{B5BC0EE2-42DB-4D95-8E95-AEB7FCEF4B67}" type="pres">
      <dgm:prSet presAssocID="{F77E98CE-BA59-4F6D-AF99-54D4095170E9}" presName="diagram" presStyleCnt="0">
        <dgm:presLayoutVars>
          <dgm:dir/>
          <dgm:resizeHandles val="exact"/>
        </dgm:presLayoutVars>
      </dgm:prSet>
      <dgm:spPr/>
    </dgm:pt>
    <dgm:pt modelId="{ECF3A33C-8E0E-41A3-8ABC-014571286BC8}" type="pres">
      <dgm:prSet presAssocID="{E6BD3CB5-469D-4160-A0FD-1984C40CA240}" presName="arrow" presStyleLbl="node1" presStyleIdx="0" presStyleCnt="4">
        <dgm:presLayoutVars>
          <dgm:bulletEnabled val="1"/>
        </dgm:presLayoutVars>
      </dgm:prSet>
      <dgm:spPr/>
    </dgm:pt>
    <dgm:pt modelId="{5F2BB403-43E7-40F8-8275-F938875CFD20}" type="pres">
      <dgm:prSet presAssocID="{2552A7FF-37A3-44C3-8E68-0F4EA24A5F1F}" presName="arrow" presStyleLbl="node1" presStyleIdx="1" presStyleCnt="4">
        <dgm:presLayoutVars>
          <dgm:bulletEnabled val="1"/>
        </dgm:presLayoutVars>
      </dgm:prSet>
      <dgm:spPr/>
    </dgm:pt>
    <dgm:pt modelId="{44F9A849-46D9-439D-8EC7-280073B068E3}" type="pres">
      <dgm:prSet presAssocID="{65D41788-8C0B-461B-9BB6-D4B5CDCF790A}" presName="arrow" presStyleLbl="node1" presStyleIdx="2" presStyleCnt="4">
        <dgm:presLayoutVars>
          <dgm:bulletEnabled val="1"/>
        </dgm:presLayoutVars>
      </dgm:prSet>
      <dgm:spPr/>
    </dgm:pt>
    <dgm:pt modelId="{CB5F1240-6F93-40CC-B3DE-6A2B6023B3FF}" type="pres">
      <dgm:prSet presAssocID="{B2F66372-75B5-4F5E-A2B5-0F44123C2B56}" presName="arrow" presStyleLbl="node1" presStyleIdx="3" presStyleCnt="4">
        <dgm:presLayoutVars>
          <dgm:bulletEnabled val="1"/>
        </dgm:presLayoutVars>
      </dgm:prSet>
      <dgm:spPr/>
    </dgm:pt>
  </dgm:ptLst>
  <dgm:cxnLst>
    <dgm:cxn modelId="{D5C05701-2EEC-42E7-967E-EA18534A1224}" type="presOf" srcId="{3EEE932C-D439-49A8-B080-4C11DF992A27}" destId="{5F2BB403-43E7-40F8-8275-F938875CFD20}" srcOrd="0" destOrd="1" presId="urn:microsoft.com/office/officeart/2005/8/layout/arrow5"/>
    <dgm:cxn modelId="{ACE04E1E-FDBA-4670-B6E0-E9087822D628}" srcId="{B2F66372-75B5-4F5E-A2B5-0F44123C2B56}" destId="{4FF034AE-2D01-46E2-8208-7C67675368FC}" srcOrd="0" destOrd="0" parTransId="{A82D158D-B5DA-4B25-B049-CC04F84C1EA8}" sibTransId="{F63FF64E-A2C3-4C9F-9D03-B5BB5A3C5D8D}"/>
    <dgm:cxn modelId="{717B8431-79C2-45AF-99D7-9034F086F075}" type="presOf" srcId="{65D41788-8C0B-461B-9BB6-D4B5CDCF790A}" destId="{44F9A849-46D9-439D-8EC7-280073B068E3}" srcOrd="0" destOrd="0" presId="urn:microsoft.com/office/officeart/2005/8/layout/arrow5"/>
    <dgm:cxn modelId="{71FA8A3E-E0B6-47F5-873B-B0893B9FA5E5}" srcId="{F77E98CE-BA59-4F6D-AF99-54D4095170E9}" destId="{65D41788-8C0B-461B-9BB6-D4B5CDCF790A}" srcOrd="2" destOrd="0" parTransId="{1A143494-9C0B-4CAF-A6C3-CE2CC7DD3919}" sibTransId="{963B2094-4527-4A93-9977-78DECDA04CA8}"/>
    <dgm:cxn modelId="{4C4E423F-ED7E-41EC-AB06-2287EDBCFC6E}" srcId="{2552A7FF-37A3-44C3-8E68-0F4EA24A5F1F}" destId="{3EEE932C-D439-49A8-B080-4C11DF992A27}" srcOrd="0" destOrd="0" parTransId="{36BB32B3-D59A-461A-A05C-7C6FC97725AB}" sibTransId="{DC8AF581-FFE6-4C0F-9405-60339B35F7B6}"/>
    <dgm:cxn modelId="{5BB72447-EF56-45DB-BA32-11E79C8AD8B6}" srcId="{E6BD3CB5-469D-4160-A0FD-1984C40CA240}" destId="{41058639-98A4-4BCF-925C-8B352AC27C4A}" srcOrd="2" destOrd="0" parTransId="{D7E1A27B-F348-437B-906A-E987941845BA}" sibTransId="{54FF7765-2A0D-4405-949F-D5176BD5D974}"/>
    <dgm:cxn modelId="{DF69E24C-713D-4362-9FD6-9D87493CCA25}" type="presOf" srcId="{F77E98CE-BA59-4F6D-AF99-54D4095170E9}" destId="{B5BC0EE2-42DB-4D95-8E95-AEB7FCEF4B67}" srcOrd="0" destOrd="0" presId="urn:microsoft.com/office/officeart/2005/8/layout/arrow5"/>
    <dgm:cxn modelId="{8C4AA76E-CCBD-4682-ACA8-57423AC7A998}" type="presOf" srcId="{A64C8A9F-ED0B-4C34-AC74-AC661616D4E5}" destId="{ECF3A33C-8E0E-41A3-8ABC-014571286BC8}" srcOrd="0" destOrd="2" presId="urn:microsoft.com/office/officeart/2005/8/layout/arrow5"/>
    <dgm:cxn modelId="{CBBD1D75-A99B-4690-9E1C-B8D0CEE7D9CB}" type="presOf" srcId="{2552A7FF-37A3-44C3-8E68-0F4EA24A5F1F}" destId="{5F2BB403-43E7-40F8-8275-F938875CFD20}" srcOrd="0" destOrd="0" presId="urn:microsoft.com/office/officeart/2005/8/layout/arrow5"/>
    <dgm:cxn modelId="{A02F7784-6EA5-446B-9DEC-D8B1F99BD40B}" srcId="{F77E98CE-BA59-4F6D-AF99-54D4095170E9}" destId="{B2F66372-75B5-4F5E-A2B5-0F44123C2B56}" srcOrd="3" destOrd="0" parTransId="{C50D1CA1-9405-43AA-B5E0-4D47C01CA530}" sibTransId="{286837E0-6B78-4FBC-BAF7-348C6D73DCC2}"/>
    <dgm:cxn modelId="{32B86B86-0B90-4C65-8AFE-3CED4DA05CF2}" type="presOf" srcId="{E6BD3CB5-469D-4160-A0FD-1984C40CA240}" destId="{ECF3A33C-8E0E-41A3-8ABC-014571286BC8}" srcOrd="0" destOrd="0" presId="urn:microsoft.com/office/officeart/2005/8/layout/arrow5"/>
    <dgm:cxn modelId="{48A99587-CE69-459C-828D-19E0142E7192}" type="presOf" srcId="{41058639-98A4-4BCF-925C-8B352AC27C4A}" destId="{ECF3A33C-8E0E-41A3-8ABC-014571286BC8}" srcOrd="0" destOrd="3" presId="urn:microsoft.com/office/officeart/2005/8/layout/arrow5"/>
    <dgm:cxn modelId="{881B36A9-B144-4CFF-93D4-063A8632B5FC}" type="presOf" srcId="{7CBC4F99-73C6-4126-9F88-5B969B4B50EC}" destId="{ECF3A33C-8E0E-41A3-8ABC-014571286BC8}" srcOrd="0" destOrd="1" presId="urn:microsoft.com/office/officeart/2005/8/layout/arrow5"/>
    <dgm:cxn modelId="{3E2867AE-29BE-4BAF-B66F-5B1CE1C0F9D1}" srcId="{E6BD3CB5-469D-4160-A0FD-1984C40CA240}" destId="{A64C8A9F-ED0B-4C34-AC74-AC661616D4E5}" srcOrd="1" destOrd="0" parTransId="{2C464D13-DC65-4B67-8E0F-51E923057A8A}" sibTransId="{39E5C4DC-C079-45C7-B3BD-1B47729EAEDD}"/>
    <dgm:cxn modelId="{49ABDCB6-80E8-4111-B195-C8F82C68F077}" srcId="{E6BD3CB5-469D-4160-A0FD-1984C40CA240}" destId="{7CBC4F99-73C6-4126-9F88-5B969B4B50EC}" srcOrd="0" destOrd="0" parTransId="{1F328519-7519-48D0-B6D3-122C625898A3}" sibTransId="{8D348099-9B05-4BB1-8C9C-0BD8E02C8FD0}"/>
    <dgm:cxn modelId="{E39F48B7-AFA5-472F-8757-17E03ED3775E}" type="presOf" srcId="{3DD42C68-48E8-4B32-86DA-EA46F438207A}" destId="{44F9A849-46D9-439D-8EC7-280073B068E3}" srcOrd="0" destOrd="1" presId="urn:microsoft.com/office/officeart/2005/8/layout/arrow5"/>
    <dgm:cxn modelId="{834CBCB8-FC69-43B9-A531-7CA9F2B1CDC3}" srcId="{65D41788-8C0B-461B-9BB6-D4B5CDCF790A}" destId="{3DD42C68-48E8-4B32-86DA-EA46F438207A}" srcOrd="0" destOrd="0" parTransId="{A4BEB242-54B7-47A9-936C-741CC0FDC469}" sibTransId="{18474ED0-0FF4-496D-B90C-967EA1265916}"/>
    <dgm:cxn modelId="{050F7ED6-0637-4F73-B2B4-4F5E0083E88E}" type="presOf" srcId="{B2F66372-75B5-4F5E-A2B5-0F44123C2B56}" destId="{CB5F1240-6F93-40CC-B3DE-6A2B6023B3FF}" srcOrd="0" destOrd="0" presId="urn:microsoft.com/office/officeart/2005/8/layout/arrow5"/>
    <dgm:cxn modelId="{9164FFEA-442E-402B-95E7-9A0F61914CD5}" type="presOf" srcId="{4FF034AE-2D01-46E2-8208-7C67675368FC}" destId="{CB5F1240-6F93-40CC-B3DE-6A2B6023B3FF}" srcOrd="0" destOrd="1" presId="urn:microsoft.com/office/officeart/2005/8/layout/arrow5"/>
    <dgm:cxn modelId="{69B69CEC-948D-4643-BB74-CF8D633F6F84}" srcId="{F77E98CE-BA59-4F6D-AF99-54D4095170E9}" destId="{E6BD3CB5-469D-4160-A0FD-1984C40CA240}" srcOrd="0" destOrd="0" parTransId="{085FF966-B7E2-4A6E-8A0B-14FC6F0DAA27}" sibTransId="{1922552E-D7B6-44A1-87F9-728272EEC06B}"/>
    <dgm:cxn modelId="{66BB5DF0-1EB9-4A3D-9F5A-3C17A8F0753F}" srcId="{F77E98CE-BA59-4F6D-AF99-54D4095170E9}" destId="{2552A7FF-37A3-44C3-8E68-0F4EA24A5F1F}" srcOrd="1" destOrd="0" parTransId="{93A1E840-79CD-4181-93E1-2AE1D27C06B5}" sibTransId="{A43E48D7-E4DD-4A15-BEF3-9C7604DDD10E}"/>
    <dgm:cxn modelId="{EB765D8F-4D3D-4C5D-84FA-699D7054DF6C}" type="presParOf" srcId="{B5BC0EE2-42DB-4D95-8E95-AEB7FCEF4B67}" destId="{ECF3A33C-8E0E-41A3-8ABC-014571286BC8}" srcOrd="0" destOrd="0" presId="urn:microsoft.com/office/officeart/2005/8/layout/arrow5"/>
    <dgm:cxn modelId="{7B52C052-89A0-4BF9-B178-E6E59CF13B13}" type="presParOf" srcId="{B5BC0EE2-42DB-4D95-8E95-AEB7FCEF4B67}" destId="{5F2BB403-43E7-40F8-8275-F938875CFD20}" srcOrd="1" destOrd="0" presId="urn:microsoft.com/office/officeart/2005/8/layout/arrow5"/>
    <dgm:cxn modelId="{7A8D982F-C836-446C-9C0A-0EDA26429C7A}" type="presParOf" srcId="{B5BC0EE2-42DB-4D95-8E95-AEB7FCEF4B67}" destId="{44F9A849-46D9-439D-8EC7-280073B068E3}" srcOrd="2" destOrd="0" presId="urn:microsoft.com/office/officeart/2005/8/layout/arrow5"/>
    <dgm:cxn modelId="{4C8C3C36-E7DE-4259-AA1B-2E4FC4AF5071}" type="presParOf" srcId="{B5BC0EE2-42DB-4D95-8E95-AEB7FCEF4B67}" destId="{CB5F1240-6F93-40CC-B3DE-6A2B6023B3FF}" srcOrd="3"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D5AA6E5-600D-4DF2-82DF-A91311AC00B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73DF033-8749-4AB6-9E36-9ADD506BA5BD}">
      <dgm:prSet/>
      <dgm:spPr/>
      <dgm:t>
        <a:bodyPr/>
        <a:lstStyle/>
        <a:p>
          <a:r>
            <a:rPr lang="en-GB"/>
            <a:t>Seeking strategic partners and funding to:</a:t>
          </a:r>
          <a:endParaRPr lang="en-US"/>
        </a:p>
      </dgm:t>
    </dgm:pt>
    <dgm:pt modelId="{D95FA348-A910-4005-BF6B-A6B04A187CEB}" type="parTrans" cxnId="{A7F1B346-8245-4E29-A35E-ABEAF79B2EAA}">
      <dgm:prSet/>
      <dgm:spPr/>
      <dgm:t>
        <a:bodyPr/>
        <a:lstStyle/>
        <a:p>
          <a:endParaRPr lang="en-US"/>
        </a:p>
      </dgm:t>
    </dgm:pt>
    <dgm:pt modelId="{96CF0654-DE14-48F9-BF55-C58395087977}" type="sibTrans" cxnId="{A7F1B346-8245-4E29-A35E-ABEAF79B2EAA}">
      <dgm:prSet/>
      <dgm:spPr/>
      <dgm:t>
        <a:bodyPr/>
        <a:lstStyle/>
        <a:p>
          <a:endParaRPr lang="en-US"/>
        </a:p>
      </dgm:t>
    </dgm:pt>
    <dgm:pt modelId="{4E6D1A3F-63DA-4E4C-9159-0793AEDDB421}">
      <dgm:prSet/>
      <dgm:spPr/>
      <dgm:t>
        <a:bodyPr/>
        <a:lstStyle/>
        <a:p>
          <a:r>
            <a:rPr lang="en-GB"/>
            <a:t>Scale infrastructure  </a:t>
          </a:r>
          <a:endParaRPr lang="en-US"/>
        </a:p>
      </dgm:t>
    </dgm:pt>
    <dgm:pt modelId="{E4071181-1F58-4B40-ADBC-A968F82C0D96}" type="parTrans" cxnId="{12CBF3DE-8930-4DCB-BEF4-8C1E25101F92}">
      <dgm:prSet/>
      <dgm:spPr/>
      <dgm:t>
        <a:bodyPr/>
        <a:lstStyle/>
        <a:p>
          <a:endParaRPr lang="en-US"/>
        </a:p>
      </dgm:t>
    </dgm:pt>
    <dgm:pt modelId="{653826BE-88FE-4DE4-8CF5-B94E38AE5388}" type="sibTrans" cxnId="{12CBF3DE-8930-4DCB-BEF4-8C1E25101F92}">
      <dgm:prSet/>
      <dgm:spPr/>
      <dgm:t>
        <a:bodyPr/>
        <a:lstStyle/>
        <a:p>
          <a:endParaRPr lang="en-US"/>
        </a:p>
      </dgm:t>
    </dgm:pt>
    <dgm:pt modelId="{D4E3ABDB-8DDF-464B-9D2E-BD80583D0038}">
      <dgm:prSet/>
      <dgm:spPr/>
      <dgm:t>
        <a:bodyPr/>
        <a:lstStyle/>
        <a:p>
          <a:r>
            <a:rPr lang="en-GB"/>
            <a:t>Expand feature set  </a:t>
          </a:r>
          <a:endParaRPr lang="en-US"/>
        </a:p>
      </dgm:t>
    </dgm:pt>
    <dgm:pt modelId="{8BB8AE76-01FD-4A13-8746-E6FD581EFC0A}" type="parTrans" cxnId="{C975B488-3D90-42F7-A2BF-C364978BB9DD}">
      <dgm:prSet/>
      <dgm:spPr/>
      <dgm:t>
        <a:bodyPr/>
        <a:lstStyle/>
        <a:p>
          <a:endParaRPr lang="en-US"/>
        </a:p>
      </dgm:t>
    </dgm:pt>
    <dgm:pt modelId="{FC880344-4B8C-4546-9344-98F10769014F}" type="sibTrans" cxnId="{C975B488-3D90-42F7-A2BF-C364978BB9DD}">
      <dgm:prSet/>
      <dgm:spPr/>
      <dgm:t>
        <a:bodyPr/>
        <a:lstStyle/>
        <a:p>
          <a:endParaRPr lang="en-US"/>
        </a:p>
      </dgm:t>
    </dgm:pt>
    <dgm:pt modelId="{97492BA2-58C4-45F4-8168-F027EE2BD279}">
      <dgm:prSet/>
      <dgm:spPr/>
      <dgm:t>
        <a:bodyPr/>
        <a:lstStyle/>
        <a:p>
          <a:r>
            <a:rPr lang="en-GB"/>
            <a:t>Launch B2B integrations  </a:t>
          </a:r>
          <a:endParaRPr lang="en-US"/>
        </a:p>
      </dgm:t>
    </dgm:pt>
    <dgm:pt modelId="{087081FB-3EEF-4FA9-BF23-23723B7CB44F}" type="parTrans" cxnId="{8E796D3E-5BA5-4765-A52E-CBBECE99CCB9}">
      <dgm:prSet/>
      <dgm:spPr/>
      <dgm:t>
        <a:bodyPr/>
        <a:lstStyle/>
        <a:p>
          <a:endParaRPr lang="en-US"/>
        </a:p>
      </dgm:t>
    </dgm:pt>
    <dgm:pt modelId="{B48D4095-AB51-4A25-90D9-431FCCC3B92F}" type="sibTrans" cxnId="{8E796D3E-5BA5-4765-A52E-CBBECE99CCB9}">
      <dgm:prSet/>
      <dgm:spPr/>
      <dgm:t>
        <a:bodyPr/>
        <a:lstStyle/>
        <a:p>
          <a:endParaRPr lang="en-US"/>
        </a:p>
      </dgm:t>
    </dgm:pt>
    <dgm:pt modelId="{4FC18C58-CA8E-444F-BA15-1DD4E5DA7FE7}">
      <dgm:prSet/>
      <dgm:spPr/>
      <dgm:t>
        <a:bodyPr/>
        <a:lstStyle/>
        <a:p>
          <a:r>
            <a:rPr lang="en-GB"/>
            <a:t>Grow user base  </a:t>
          </a:r>
          <a:endParaRPr lang="en-US"/>
        </a:p>
      </dgm:t>
    </dgm:pt>
    <dgm:pt modelId="{E184118D-4C12-41E0-9D8D-09BD3D9B0CAC}" type="parTrans" cxnId="{63763680-2A00-4FB9-B01D-3FD625AF4FA2}">
      <dgm:prSet/>
      <dgm:spPr/>
      <dgm:t>
        <a:bodyPr/>
        <a:lstStyle/>
        <a:p>
          <a:endParaRPr lang="en-US"/>
        </a:p>
      </dgm:t>
    </dgm:pt>
    <dgm:pt modelId="{4E46EA47-CE3E-497C-AEF8-27F066942F5F}" type="sibTrans" cxnId="{63763680-2A00-4FB9-B01D-3FD625AF4FA2}">
      <dgm:prSet/>
      <dgm:spPr/>
      <dgm:t>
        <a:bodyPr/>
        <a:lstStyle/>
        <a:p>
          <a:endParaRPr lang="en-US"/>
        </a:p>
      </dgm:t>
    </dgm:pt>
    <dgm:pt modelId="{276C4D29-E6AF-4CAC-A499-CA59C81E2BA8}">
      <dgm:prSet/>
      <dgm:spPr/>
      <dgm:t>
        <a:bodyPr/>
        <a:lstStyle/>
        <a:p>
          <a:r>
            <a:rPr lang="en-GB"/>
            <a:t>Open to grants, angel investment, or platform partnerships</a:t>
          </a:r>
          <a:endParaRPr lang="en-US"/>
        </a:p>
      </dgm:t>
    </dgm:pt>
    <dgm:pt modelId="{85250818-FEBF-44D1-9F90-13A44CE25600}" type="parTrans" cxnId="{1E139073-A198-47AD-B1A3-E8A84ED4ECC2}">
      <dgm:prSet/>
      <dgm:spPr/>
      <dgm:t>
        <a:bodyPr/>
        <a:lstStyle/>
        <a:p>
          <a:endParaRPr lang="en-US"/>
        </a:p>
      </dgm:t>
    </dgm:pt>
    <dgm:pt modelId="{A9923C54-2B44-45F6-AF6F-E9660AB6C43F}" type="sibTrans" cxnId="{1E139073-A198-47AD-B1A3-E8A84ED4ECC2}">
      <dgm:prSet/>
      <dgm:spPr/>
      <dgm:t>
        <a:bodyPr/>
        <a:lstStyle/>
        <a:p>
          <a:endParaRPr lang="en-US"/>
        </a:p>
      </dgm:t>
    </dgm:pt>
    <dgm:pt modelId="{A8C2D704-72B1-4124-B1B0-FA1C2FCF0662}" type="pres">
      <dgm:prSet presAssocID="{CD5AA6E5-600D-4DF2-82DF-A91311AC00B9}" presName="linear" presStyleCnt="0">
        <dgm:presLayoutVars>
          <dgm:animLvl val="lvl"/>
          <dgm:resizeHandles val="exact"/>
        </dgm:presLayoutVars>
      </dgm:prSet>
      <dgm:spPr/>
    </dgm:pt>
    <dgm:pt modelId="{30D14DAB-6D95-4FC6-80C8-8CE9F0FD91F1}" type="pres">
      <dgm:prSet presAssocID="{F73DF033-8749-4AB6-9E36-9ADD506BA5BD}" presName="parentText" presStyleLbl="node1" presStyleIdx="0" presStyleCnt="6">
        <dgm:presLayoutVars>
          <dgm:chMax val="0"/>
          <dgm:bulletEnabled val="1"/>
        </dgm:presLayoutVars>
      </dgm:prSet>
      <dgm:spPr/>
    </dgm:pt>
    <dgm:pt modelId="{022699CB-42CB-4B5E-B260-990078CBD547}" type="pres">
      <dgm:prSet presAssocID="{96CF0654-DE14-48F9-BF55-C58395087977}" presName="spacer" presStyleCnt="0"/>
      <dgm:spPr/>
    </dgm:pt>
    <dgm:pt modelId="{F6207B35-3DAB-4211-A1CE-46A07CD95BB0}" type="pres">
      <dgm:prSet presAssocID="{4E6D1A3F-63DA-4E4C-9159-0793AEDDB421}" presName="parentText" presStyleLbl="node1" presStyleIdx="1" presStyleCnt="6">
        <dgm:presLayoutVars>
          <dgm:chMax val="0"/>
          <dgm:bulletEnabled val="1"/>
        </dgm:presLayoutVars>
      </dgm:prSet>
      <dgm:spPr/>
    </dgm:pt>
    <dgm:pt modelId="{910BE6D8-C036-4AFF-A9EC-15079F5356CE}" type="pres">
      <dgm:prSet presAssocID="{653826BE-88FE-4DE4-8CF5-B94E38AE5388}" presName="spacer" presStyleCnt="0"/>
      <dgm:spPr/>
    </dgm:pt>
    <dgm:pt modelId="{563BD6AD-41A0-4591-894C-A778DE4E2FAE}" type="pres">
      <dgm:prSet presAssocID="{D4E3ABDB-8DDF-464B-9D2E-BD80583D0038}" presName="parentText" presStyleLbl="node1" presStyleIdx="2" presStyleCnt="6">
        <dgm:presLayoutVars>
          <dgm:chMax val="0"/>
          <dgm:bulletEnabled val="1"/>
        </dgm:presLayoutVars>
      </dgm:prSet>
      <dgm:spPr/>
    </dgm:pt>
    <dgm:pt modelId="{2E1B483A-BBF3-48A9-9568-362B8CD1BEC7}" type="pres">
      <dgm:prSet presAssocID="{FC880344-4B8C-4546-9344-98F10769014F}" presName="spacer" presStyleCnt="0"/>
      <dgm:spPr/>
    </dgm:pt>
    <dgm:pt modelId="{7878EF2D-F2B2-439A-94A1-76EC5E4A74AC}" type="pres">
      <dgm:prSet presAssocID="{97492BA2-58C4-45F4-8168-F027EE2BD279}" presName="parentText" presStyleLbl="node1" presStyleIdx="3" presStyleCnt="6">
        <dgm:presLayoutVars>
          <dgm:chMax val="0"/>
          <dgm:bulletEnabled val="1"/>
        </dgm:presLayoutVars>
      </dgm:prSet>
      <dgm:spPr/>
    </dgm:pt>
    <dgm:pt modelId="{463CE09E-CCC2-45B3-A741-7EAB47C1CE41}" type="pres">
      <dgm:prSet presAssocID="{B48D4095-AB51-4A25-90D9-431FCCC3B92F}" presName="spacer" presStyleCnt="0"/>
      <dgm:spPr/>
    </dgm:pt>
    <dgm:pt modelId="{FE8767B3-3708-4959-90A8-79847D1EF8E5}" type="pres">
      <dgm:prSet presAssocID="{4FC18C58-CA8E-444F-BA15-1DD4E5DA7FE7}" presName="parentText" presStyleLbl="node1" presStyleIdx="4" presStyleCnt="6">
        <dgm:presLayoutVars>
          <dgm:chMax val="0"/>
          <dgm:bulletEnabled val="1"/>
        </dgm:presLayoutVars>
      </dgm:prSet>
      <dgm:spPr/>
    </dgm:pt>
    <dgm:pt modelId="{5037BF7F-487A-4449-B9BF-68F7CAA0DFEE}" type="pres">
      <dgm:prSet presAssocID="{4E46EA47-CE3E-497C-AEF8-27F066942F5F}" presName="spacer" presStyleCnt="0"/>
      <dgm:spPr/>
    </dgm:pt>
    <dgm:pt modelId="{62F6A126-AD78-45CF-BC3C-856475284C2C}" type="pres">
      <dgm:prSet presAssocID="{276C4D29-E6AF-4CAC-A499-CA59C81E2BA8}" presName="parentText" presStyleLbl="node1" presStyleIdx="5" presStyleCnt="6">
        <dgm:presLayoutVars>
          <dgm:chMax val="0"/>
          <dgm:bulletEnabled val="1"/>
        </dgm:presLayoutVars>
      </dgm:prSet>
      <dgm:spPr/>
    </dgm:pt>
  </dgm:ptLst>
  <dgm:cxnLst>
    <dgm:cxn modelId="{26F08521-C13A-4B79-9083-550E338AB98F}" type="presOf" srcId="{CD5AA6E5-600D-4DF2-82DF-A91311AC00B9}" destId="{A8C2D704-72B1-4124-B1B0-FA1C2FCF0662}" srcOrd="0" destOrd="0" presId="urn:microsoft.com/office/officeart/2005/8/layout/vList2"/>
    <dgm:cxn modelId="{8E796D3E-5BA5-4765-A52E-CBBECE99CCB9}" srcId="{CD5AA6E5-600D-4DF2-82DF-A91311AC00B9}" destId="{97492BA2-58C4-45F4-8168-F027EE2BD279}" srcOrd="3" destOrd="0" parTransId="{087081FB-3EEF-4FA9-BF23-23723B7CB44F}" sibTransId="{B48D4095-AB51-4A25-90D9-431FCCC3B92F}"/>
    <dgm:cxn modelId="{A7F1B346-8245-4E29-A35E-ABEAF79B2EAA}" srcId="{CD5AA6E5-600D-4DF2-82DF-A91311AC00B9}" destId="{F73DF033-8749-4AB6-9E36-9ADD506BA5BD}" srcOrd="0" destOrd="0" parTransId="{D95FA348-A910-4005-BF6B-A6B04A187CEB}" sibTransId="{96CF0654-DE14-48F9-BF55-C58395087977}"/>
    <dgm:cxn modelId="{0307914C-B26C-49B2-AF70-8BB95E829992}" type="presOf" srcId="{276C4D29-E6AF-4CAC-A499-CA59C81E2BA8}" destId="{62F6A126-AD78-45CF-BC3C-856475284C2C}" srcOrd="0" destOrd="0" presId="urn:microsoft.com/office/officeart/2005/8/layout/vList2"/>
    <dgm:cxn modelId="{1E139073-A198-47AD-B1A3-E8A84ED4ECC2}" srcId="{CD5AA6E5-600D-4DF2-82DF-A91311AC00B9}" destId="{276C4D29-E6AF-4CAC-A499-CA59C81E2BA8}" srcOrd="5" destOrd="0" parTransId="{85250818-FEBF-44D1-9F90-13A44CE25600}" sibTransId="{A9923C54-2B44-45F6-AF6F-E9660AB6C43F}"/>
    <dgm:cxn modelId="{63763680-2A00-4FB9-B01D-3FD625AF4FA2}" srcId="{CD5AA6E5-600D-4DF2-82DF-A91311AC00B9}" destId="{4FC18C58-CA8E-444F-BA15-1DD4E5DA7FE7}" srcOrd="4" destOrd="0" parTransId="{E184118D-4C12-41E0-9D8D-09BD3D9B0CAC}" sibTransId="{4E46EA47-CE3E-497C-AEF8-27F066942F5F}"/>
    <dgm:cxn modelId="{C975B488-3D90-42F7-A2BF-C364978BB9DD}" srcId="{CD5AA6E5-600D-4DF2-82DF-A91311AC00B9}" destId="{D4E3ABDB-8DDF-464B-9D2E-BD80583D0038}" srcOrd="2" destOrd="0" parTransId="{8BB8AE76-01FD-4A13-8746-E6FD581EFC0A}" sibTransId="{FC880344-4B8C-4546-9344-98F10769014F}"/>
    <dgm:cxn modelId="{415C65AE-65E5-4BFB-A1DE-88117E431A71}" type="presOf" srcId="{4E6D1A3F-63DA-4E4C-9159-0793AEDDB421}" destId="{F6207B35-3DAB-4211-A1CE-46A07CD95BB0}" srcOrd="0" destOrd="0" presId="urn:microsoft.com/office/officeart/2005/8/layout/vList2"/>
    <dgm:cxn modelId="{BAA938B2-B871-4373-8976-D992DD065DB2}" type="presOf" srcId="{4FC18C58-CA8E-444F-BA15-1DD4E5DA7FE7}" destId="{FE8767B3-3708-4959-90A8-79847D1EF8E5}" srcOrd="0" destOrd="0" presId="urn:microsoft.com/office/officeart/2005/8/layout/vList2"/>
    <dgm:cxn modelId="{12CBF3DE-8930-4DCB-BEF4-8C1E25101F92}" srcId="{CD5AA6E5-600D-4DF2-82DF-A91311AC00B9}" destId="{4E6D1A3F-63DA-4E4C-9159-0793AEDDB421}" srcOrd="1" destOrd="0" parTransId="{E4071181-1F58-4B40-ADBC-A968F82C0D96}" sibTransId="{653826BE-88FE-4DE4-8CF5-B94E38AE5388}"/>
    <dgm:cxn modelId="{2493FEE1-F161-4222-96DC-747234EAB488}" type="presOf" srcId="{D4E3ABDB-8DDF-464B-9D2E-BD80583D0038}" destId="{563BD6AD-41A0-4591-894C-A778DE4E2FAE}" srcOrd="0" destOrd="0" presId="urn:microsoft.com/office/officeart/2005/8/layout/vList2"/>
    <dgm:cxn modelId="{5A82DFFB-DBC0-400C-8D3F-7123B0E2B615}" type="presOf" srcId="{F73DF033-8749-4AB6-9E36-9ADD506BA5BD}" destId="{30D14DAB-6D95-4FC6-80C8-8CE9F0FD91F1}" srcOrd="0" destOrd="0" presId="urn:microsoft.com/office/officeart/2005/8/layout/vList2"/>
    <dgm:cxn modelId="{6916E3FF-2531-4EF2-AFC6-D270CDFAE6B1}" type="presOf" srcId="{97492BA2-58C4-45F4-8168-F027EE2BD279}" destId="{7878EF2D-F2B2-439A-94A1-76EC5E4A74AC}" srcOrd="0" destOrd="0" presId="urn:microsoft.com/office/officeart/2005/8/layout/vList2"/>
    <dgm:cxn modelId="{8B7540F1-7618-4EA3-87D9-8DAE5829DD71}" type="presParOf" srcId="{A8C2D704-72B1-4124-B1B0-FA1C2FCF0662}" destId="{30D14DAB-6D95-4FC6-80C8-8CE9F0FD91F1}" srcOrd="0" destOrd="0" presId="urn:microsoft.com/office/officeart/2005/8/layout/vList2"/>
    <dgm:cxn modelId="{75EB5BF2-AA01-4DDA-B6E5-4D4163E68974}" type="presParOf" srcId="{A8C2D704-72B1-4124-B1B0-FA1C2FCF0662}" destId="{022699CB-42CB-4B5E-B260-990078CBD547}" srcOrd="1" destOrd="0" presId="urn:microsoft.com/office/officeart/2005/8/layout/vList2"/>
    <dgm:cxn modelId="{6218ABF8-F5DF-4334-AB24-BE451BD831D7}" type="presParOf" srcId="{A8C2D704-72B1-4124-B1B0-FA1C2FCF0662}" destId="{F6207B35-3DAB-4211-A1CE-46A07CD95BB0}" srcOrd="2" destOrd="0" presId="urn:microsoft.com/office/officeart/2005/8/layout/vList2"/>
    <dgm:cxn modelId="{AE7B8CEC-B64E-401D-9843-B59764050E2E}" type="presParOf" srcId="{A8C2D704-72B1-4124-B1B0-FA1C2FCF0662}" destId="{910BE6D8-C036-4AFF-A9EC-15079F5356CE}" srcOrd="3" destOrd="0" presId="urn:microsoft.com/office/officeart/2005/8/layout/vList2"/>
    <dgm:cxn modelId="{58D0AB8B-1A20-43EA-B4B0-A9941A6C11AC}" type="presParOf" srcId="{A8C2D704-72B1-4124-B1B0-FA1C2FCF0662}" destId="{563BD6AD-41A0-4591-894C-A778DE4E2FAE}" srcOrd="4" destOrd="0" presId="urn:microsoft.com/office/officeart/2005/8/layout/vList2"/>
    <dgm:cxn modelId="{01D7584A-6890-4E78-92C9-3C0AFEB142FA}" type="presParOf" srcId="{A8C2D704-72B1-4124-B1B0-FA1C2FCF0662}" destId="{2E1B483A-BBF3-48A9-9568-362B8CD1BEC7}" srcOrd="5" destOrd="0" presId="urn:microsoft.com/office/officeart/2005/8/layout/vList2"/>
    <dgm:cxn modelId="{05F4AF0B-BDAA-4128-9F44-4746C5FC9CFC}" type="presParOf" srcId="{A8C2D704-72B1-4124-B1B0-FA1C2FCF0662}" destId="{7878EF2D-F2B2-439A-94A1-76EC5E4A74AC}" srcOrd="6" destOrd="0" presId="urn:microsoft.com/office/officeart/2005/8/layout/vList2"/>
    <dgm:cxn modelId="{4FF18990-51DF-4E9C-8098-9AE03D1CD76D}" type="presParOf" srcId="{A8C2D704-72B1-4124-B1B0-FA1C2FCF0662}" destId="{463CE09E-CCC2-45B3-A741-7EAB47C1CE41}" srcOrd="7" destOrd="0" presId="urn:microsoft.com/office/officeart/2005/8/layout/vList2"/>
    <dgm:cxn modelId="{4BEAF71B-CC73-417F-8185-DA023BFD657A}" type="presParOf" srcId="{A8C2D704-72B1-4124-B1B0-FA1C2FCF0662}" destId="{FE8767B3-3708-4959-90A8-79847D1EF8E5}" srcOrd="8" destOrd="0" presId="urn:microsoft.com/office/officeart/2005/8/layout/vList2"/>
    <dgm:cxn modelId="{E0623B95-F8A5-44E1-BB99-230A3E4BB321}" type="presParOf" srcId="{A8C2D704-72B1-4124-B1B0-FA1C2FCF0662}" destId="{5037BF7F-487A-4449-B9BF-68F7CAA0DFEE}" srcOrd="9" destOrd="0" presId="urn:microsoft.com/office/officeart/2005/8/layout/vList2"/>
    <dgm:cxn modelId="{4853F683-EEAA-4924-AB79-B7C2675DDF39}" type="presParOf" srcId="{A8C2D704-72B1-4124-B1B0-FA1C2FCF0662}" destId="{62F6A126-AD78-45CF-BC3C-856475284C2C}"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1A7EFA0-3675-4F3C-A7D0-626884D9E15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73364B7-058A-4CC4-A9D2-E77442426081}">
      <dgm:prSet/>
      <dgm:spPr/>
      <dgm:t>
        <a:bodyPr/>
        <a:lstStyle/>
        <a:p>
          <a:r>
            <a:rPr lang="en-GB"/>
            <a:t>Niraj Kumar Adhikary (</a:t>
          </a:r>
          <a:r>
            <a:rPr lang="en-GB">
              <a:hlinkClick xmlns:r="http://schemas.openxmlformats.org/officeDocument/2006/relationships" r:id="rId1"/>
            </a:rPr>
            <a:t>niky.sway@gmail.com</a:t>
          </a:r>
          <a:r>
            <a:rPr lang="en-GB"/>
            <a:t> )(</a:t>
          </a:r>
          <a:r>
            <a:rPr lang="en-GB">
              <a:hlinkClick xmlns:r="http://schemas.openxmlformats.org/officeDocument/2006/relationships" r:id="rId2"/>
            </a:rPr>
            <a:t>https://www.linkedin.com/in/nirajadhikary/</a:t>
          </a:r>
          <a:r>
            <a:rPr lang="en-GB"/>
            <a:t> )  (</a:t>
          </a:r>
          <a:r>
            <a:rPr lang="en-GB">
              <a:hlinkClick xmlns:r="http://schemas.openxmlformats.org/officeDocument/2006/relationships" r:id="rId3"/>
            </a:rPr>
            <a:t>https://github.com/nirajmind</a:t>
          </a:r>
          <a:r>
            <a:rPr lang="en-GB"/>
            <a:t> )</a:t>
          </a:r>
          <a:endParaRPr lang="en-US"/>
        </a:p>
      </dgm:t>
    </dgm:pt>
    <dgm:pt modelId="{A6644715-AACF-4CF9-98B2-4BFBC52935D4}" type="parTrans" cxnId="{5C49ECD4-EFF9-4F28-94C3-E533C4716922}">
      <dgm:prSet/>
      <dgm:spPr/>
      <dgm:t>
        <a:bodyPr/>
        <a:lstStyle/>
        <a:p>
          <a:endParaRPr lang="en-US"/>
        </a:p>
      </dgm:t>
    </dgm:pt>
    <dgm:pt modelId="{07A8B486-07B7-4C5D-9E1B-5BC23D2C8AC4}" type="sibTrans" cxnId="{5C49ECD4-EFF9-4F28-94C3-E533C4716922}">
      <dgm:prSet/>
      <dgm:spPr/>
      <dgm:t>
        <a:bodyPr/>
        <a:lstStyle/>
        <a:p>
          <a:endParaRPr lang="en-US"/>
        </a:p>
      </dgm:t>
    </dgm:pt>
    <dgm:pt modelId="{479B6104-EDD0-4521-889C-5050C44255CB}">
      <dgm:prSet/>
      <dgm:spPr/>
      <dgm:t>
        <a:bodyPr/>
        <a:lstStyle/>
        <a:p>
          <a:r>
            <a:rPr lang="en-GB"/>
            <a:t>Allah Nawaz(</a:t>
          </a:r>
          <a:r>
            <a:rPr lang="en-GB">
              <a:hlinkClick xmlns:r="http://schemas.openxmlformats.org/officeDocument/2006/relationships" r:id="rId4"/>
            </a:rPr>
            <a:t>allahnawaz106@gmail.com</a:t>
          </a:r>
          <a:r>
            <a:rPr lang="en-GB"/>
            <a:t> ) (</a:t>
          </a:r>
          <a:r>
            <a:rPr lang="en-GB">
              <a:hlinkClick xmlns:r="http://schemas.openxmlformats.org/officeDocument/2006/relationships" r:id="rId5"/>
            </a:rPr>
            <a:t>https://www.linkedin.com/in/allahnawaz01/</a:t>
          </a:r>
          <a:r>
            <a:rPr lang="en-GB"/>
            <a:t> ) (</a:t>
          </a:r>
          <a:r>
            <a:rPr lang="en-GB">
              <a:hlinkClick xmlns:r="http://schemas.openxmlformats.org/officeDocument/2006/relationships" r:id="rId6"/>
            </a:rPr>
            <a:t>https://github.com/allah-nawaz</a:t>
          </a:r>
          <a:r>
            <a:rPr lang="en-GB"/>
            <a:t> )</a:t>
          </a:r>
          <a:endParaRPr lang="en-US"/>
        </a:p>
      </dgm:t>
    </dgm:pt>
    <dgm:pt modelId="{7843B9B8-B09E-444A-8B28-C33943509EFE}" type="parTrans" cxnId="{0C4B2D5D-B332-421B-9E91-6E69C3FEF70A}">
      <dgm:prSet/>
      <dgm:spPr/>
      <dgm:t>
        <a:bodyPr/>
        <a:lstStyle/>
        <a:p>
          <a:endParaRPr lang="en-US"/>
        </a:p>
      </dgm:t>
    </dgm:pt>
    <dgm:pt modelId="{ADCC33D1-03B3-43FF-8229-BA79E7CDC610}" type="sibTrans" cxnId="{0C4B2D5D-B332-421B-9E91-6E69C3FEF70A}">
      <dgm:prSet/>
      <dgm:spPr/>
      <dgm:t>
        <a:bodyPr/>
        <a:lstStyle/>
        <a:p>
          <a:endParaRPr lang="en-US"/>
        </a:p>
      </dgm:t>
    </dgm:pt>
    <dgm:pt modelId="{1BE645DB-FCE4-4660-9A2A-9B3FD9B4B978}">
      <dgm:prSet/>
      <dgm:spPr/>
      <dgm:t>
        <a:bodyPr/>
        <a:lstStyle/>
        <a:p>
          <a:r>
            <a:rPr lang="en-GB"/>
            <a:t>Zain Ul Abideen (</a:t>
          </a:r>
          <a:r>
            <a:rPr lang="en-GB">
              <a:hlinkClick xmlns:r="http://schemas.openxmlformats.org/officeDocument/2006/relationships" r:id="rId7"/>
            </a:rPr>
            <a:t>malikzainulabideen.691@gmail.com</a:t>
          </a:r>
          <a:r>
            <a:rPr lang="en-GB"/>
            <a:t> ) (</a:t>
          </a:r>
          <a:r>
            <a:rPr lang="en-GB">
              <a:hlinkClick xmlns:r="http://schemas.openxmlformats.org/officeDocument/2006/relationships" r:id="rId8"/>
            </a:rPr>
            <a:t>https://www.linkedin.com/in/zainwebdev/</a:t>
          </a:r>
          <a:r>
            <a:rPr lang="en-GB"/>
            <a:t> ) (</a:t>
          </a:r>
          <a:r>
            <a:rPr lang="en-GB">
              <a:hlinkClick xmlns:r="http://schemas.openxmlformats.org/officeDocument/2006/relationships" r:id="rId9"/>
            </a:rPr>
            <a:t>https://github.com/ZainDev69</a:t>
          </a:r>
          <a:r>
            <a:rPr lang="en-GB"/>
            <a:t> )</a:t>
          </a:r>
          <a:endParaRPr lang="en-US"/>
        </a:p>
      </dgm:t>
    </dgm:pt>
    <dgm:pt modelId="{F0C07D46-457F-43EF-8307-CCC0B1ABB872}" type="parTrans" cxnId="{8D124264-D035-421C-9BFD-6C9D3A70C66F}">
      <dgm:prSet/>
      <dgm:spPr/>
      <dgm:t>
        <a:bodyPr/>
        <a:lstStyle/>
        <a:p>
          <a:endParaRPr lang="en-US"/>
        </a:p>
      </dgm:t>
    </dgm:pt>
    <dgm:pt modelId="{FA66640B-5D54-4D7B-8D3F-62334C5A9BA3}" type="sibTrans" cxnId="{8D124264-D035-421C-9BFD-6C9D3A70C66F}">
      <dgm:prSet/>
      <dgm:spPr/>
      <dgm:t>
        <a:bodyPr/>
        <a:lstStyle/>
        <a:p>
          <a:endParaRPr lang="en-US"/>
        </a:p>
      </dgm:t>
    </dgm:pt>
    <dgm:pt modelId="{5C009B24-0BAD-4F31-A4D4-935BB21F3906}">
      <dgm:prSet/>
      <dgm:spPr/>
      <dgm:t>
        <a:bodyPr/>
        <a:lstStyle/>
        <a:p>
          <a:r>
            <a:rPr lang="en-GB"/>
            <a:t>Sadia Cheema (</a:t>
          </a:r>
          <a:r>
            <a:rPr lang="en-GB">
              <a:hlinkClick xmlns:r="http://schemas.openxmlformats.org/officeDocument/2006/relationships" r:id="rId10"/>
            </a:rPr>
            <a:t>saadiyaharif1@gmail.com</a:t>
          </a:r>
          <a:r>
            <a:rPr lang="en-GB"/>
            <a:t> ) (</a:t>
          </a:r>
          <a:r>
            <a:rPr lang="en-GB">
              <a:hlinkClick xmlns:r="http://schemas.openxmlformats.org/officeDocument/2006/relationships" r:id="rId11"/>
            </a:rPr>
            <a:t>https://www.linkedin.com/in/sadiaarif/</a:t>
          </a:r>
          <a:r>
            <a:rPr lang="en-GB"/>
            <a:t> )  (</a:t>
          </a:r>
          <a:r>
            <a:rPr lang="en-GB">
              <a:hlinkClick xmlns:r="http://schemas.openxmlformats.org/officeDocument/2006/relationships" r:id="rId12"/>
            </a:rPr>
            <a:t>https://github.com/saadiyaharif</a:t>
          </a:r>
          <a:r>
            <a:rPr lang="en-GB"/>
            <a:t> )</a:t>
          </a:r>
          <a:endParaRPr lang="en-US"/>
        </a:p>
      </dgm:t>
    </dgm:pt>
    <dgm:pt modelId="{CF9F7371-5F38-4DB8-8800-174C8A5D4538}" type="parTrans" cxnId="{D523E747-DC9C-462E-ACD4-7EDC27E09AAE}">
      <dgm:prSet/>
      <dgm:spPr/>
      <dgm:t>
        <a:bodyPr/>
        <a:lstStyle/>
        <a:p>
          <a:endParaRPr lang="en-US"/>
        </a:p>
      </dgm:t>
    </dgm:pt>
    <dgm:pt modelId="{9A5B731D-AD0A-42F8-989D-E4A872CD3865}" type="sibTrans" cxnId="{D523E747-DC9C-462E-ACD4-7EDC27E09AAE}">
      <dgm:prSet/>
      <dgm:spPr/>
      <dgm:t>
        <a:bodyPr/>
        <a:lstStyle/>
        <a:p>
          <a:endParaRPr lang="en-US"/>
        </a:p>
      </dgm:t>
    </dgm:pt>
    <dgm:pt modelId="{E26E7F37-D30D-4D28-89C1-5A466E291042}">
      <dgm:prSet/>
      <dgm:spPr/>
      <dgm:t>
        <a:bodyPr/>
        <a:lstStyle/>
        <a:p>
          <a:r>
            <a:rPr lang="en-GB"/>
            <a:t>- Medium blog link  - </a:t>
          </a:r>
          <a:r>
            <a:rPr lang="en-GB">
              <a:hlinkClick xmlns:r="http://schemas.openxmlformats.org/officeDocument/2006/relationships" r:id="rId13"/>
            </a:rPr>
            <a:t>https://medium.com/@nirajmind/when-gemini-blocked-my-singapore-vm-a-real-world-journey-through-k3s-cloud-run-proxies-ai-f95846b93566</a:t>
          </a:r>
          <a:r>
            <a:rPr lang="en-GB"/>
            <a:t> </a:t>
          </a:r>
          <a:endParaRPr lang="en-US"/>
        </a:p>
      </dgm:t>
    </dgm:pt>
    <dgm:pt modelId="{35B4DE73-FE09-47F5-BC65-C808BF00855D}" type="parTrans" cxnId="{F967DBCE-C589-4874-9C94-A2EBAC8477FE}">
      <dgm:prSet/>
      <dgm:spPr/>
      <dgm:t>
        <a:bodyPr/>
        <a:lstStyle/>
        <a:p>
          <a:endParaRPr lang="en-US"/>
        </a:p>
      </dgm:t>
    </dgm:pt>
    <dgm:pt modelId="{59472567-B4B2-43FC-8325-EBE5723A1180}" type="sibTrans" cxnId="{F967DBCE-C589-4874-9C94-A2EBAC8477FE}">
      <dgm:prSet/>
      <dgm:spPr/>
      <dgm:t>
        <a:bodyPr/>
        <a:lstStyle/>
        <a:p>
          <a:endParaRPr lang="en-US"/>
        </a:p>
      </dgm:t>
    </dgm:pt>
    <dgm:pt modelId="{A6429E3F-F5BD-46F4-A076-BDCFD3596B0C}">
      <dgm:prSet/>
      <dgm:spPr/>
      <dgm:t>
        <a:bodyPr/>
        <a:lstStyle/>
        <a:p>
          <a:r>
            <a:rPr lang="en-GB"/>
            <a:t>Live Link  -- </a:t>
          </a:r>
          <a:r>
            <a:rPr lang="en-GB">
              <a:hlinkClick xmlns:r="http://schemas.openxmlformats.org/officeDocument/2006/relationships" r:id="rId14"/>
            </a:rPr>
            <a:t>https://careerpilot.chickenkiller.com/</a:t>
          </a:r>
          <a:r>
            <a:rPr lang="en-GB"/>
            <a:t> </a:t>
          </a:r>
          <a:endParaRPr lang="en-US"/>
        </a:p>
      </dgm:t>
    </dgm:pt>
    <dgm:pt modelId="{5FA758B3-E742-4B1D-8F06-D23C31F33162}" type="parTrans" cxnId="{3CA5AA20-BE62-4AF2-8E28-E2B70C6A5EE7}">
      <dgm:prSet/>
      <dgm:spPr/>
      <dgm:t>
        <a:bodyPr/>
        <a:lstStyle/>
        <a:p>
          <a:endParaRPr lang="en-US"/>
        </a:p>
      </dgm:t>
    </dgm:pt>
    <dgm:pt modelId="{CE92F834-8C20-4237-A664-13E37326D578}" type="sibTrans" cxnId="{3CA5AA20-BE62-4AF2-8E28-E2B70C6A5EE7}">
      <dgm:prSet/>
      <dgm:spPr/>
      <dgm:t>
        <a:bodyPr/>
        <a:lstStyle/>
        <a:p>
          <a:endParaRPr lang="en-US"/>
        </a:p>
      </dgm:t>
    </dgm:pt>
    <dgm:pt modelId="{7A1D874E-60EA-4903-A939-B6EBA4585A47}" type="pres">
      <dgm:prSet presAssocID="{D1A7EFA0-3675-4F3C-A7D0-626884D9E15C}" presName="vert0" presStyleCnt="0">
        <dgm:presLayoutVars>
          <dgm:dir/>
          <dgm:animOne val="branch"/>
          <dgm:animLvl val="lvl"/>
        </dgm:presLayoutVars>
      </dgm:prSet>
      <dgm:spPr/>
    </dgm:pt>
    <dgm:pt modelId="{B5AFAC74-9041-4E42-9579-8F73D33B8B7C}" type="pres">
      <dgm:prSet presAssocID="{C73364B7-058A-4CC4-A9D2-E77442426081}" presName="thickLine" presStyleLbl="alignNode1" presStyleIdx="0" presStyleCnt="6"/>
      <dgm:spPr/>
    </dgm:pt>
    <dgm:pt modelId="{D3165D02-F9FE-4F93-BCE8-2DE0B865C5FF}" type="pres">
      <dgm:prSet presAssocID="{C73364B7-058A-4CC4-A9D2-E77442426081}" presName="horz1" presStyleCnt="0"/>
      <dgm:spPr/>
    </dgm:pt>
    <dgm:pt modelId="{4F242F96-4B67-4191-AB84-326783B845B5}" type="pres">
      <dgm:prSet presAssocID="{C73364B7-058A-4CC4-A9D2-E77442426081}" presName="tx1" presStyleLbl="revTx" presStyleIdx="0" presStyleCnt="6"/>
      <dgm:spPr/>
    </dgm:pt>
    <dgm:pt modelId="{A43E8BC6-18B5-40BA-83FB-B5D0CD0B5602}" type="pres">
      <dgm:prSet presAssocID="{C73364B7-058A-4CC4-A9D2-E77442426081}" presName="vert1" presStyleCnt="0"/>
      <dgm:spPr/>
    </dgm:pt>
    <dgm:pt modelId="{6F4E7291-2F82-44B8-B041-F5593ACBB78A}" type="pres">
      <dgm:prSet presAssocID="{479B6104-EDD0-4521-889C-5050C44255CB}" presName="thickLine" presStyleLbl="alignNode1" presStyleIdx="1" presStyleCnt="6"/>
      <dgm:spPr/>
    </dgm:pt>
    <dgm:pt modelId="{8116C66E-61C6-42B1-9D89-BDB30AFE4B1F}" type="pres">
      <dgm:prSet presAssocID="{479B6104-EDD0-4521-889C-5050C44255CB}" presName="horz1" presStyleCnt="0"/>
      <dgm:spPr/>
    </dgm:pt>
    <dgm:pt modelId="{70848C7B-DA91-471D-8E4A-4023FEDFD95C}" type="pres">
      <dgm:prSet presAssocID="{479B6104-EDD0-4521-889C-5050C44255CB}" presName="tx1" presStyleLbl="revTx" presStyleIdx="1" presStyleCnt="6"/>
      <dgm:spPr/>
    </dgm:pt>
    <dgm:pt modelId="{4E2B1F95-4C52-46F1-BBC5-89D5686CCF76}" type="pres">
      <dgm:prSet presAssocID="{479B6104-EDD0-4521-889C-5050C44255CB}" presName="vert1" presStyleCnt="0"/>
      <dgm:spPr/>
    </dgm:pt>
    <dgm:pt modelId="{1DD67F97-A206-49A7-B7F1-B16BABD0DE6D}" type="pres">
      <dgm:prSet presAssocID="{1BE645DB-FCE4-4660-9A2A-9B3FD9B4B978}" presName="thickLine" presStyleLbl="alignNode1" presStyleIdx="2" presStyleCnt="6"/>
      <dgm:spPr/>
    </dgm:pt>
    <dgm:pt modelId="{C13C5123-60D2-4F3B-BF89-13DE3FEAE50A}" type="pres">
      <dgm:prSet presAssocID="{1BE645DB-FCE4-4660-9A2A-9B3FD9B4B978}" presName="horz1" presStyleCnt="0"/>
      <dgm:spPr/>
    </dgm:pt>
    <dgm:pt modelId="{A654AF12-DDF7-40F1-AC47-85B93DF2B50A}" type="pres">
      <dgm:prSet presAssocID="{1BE645DB-FCE4-4660-9A2A-9B3FD9B4B978}" presName="tx1" presStyleLbl="revTx" presStyleIdx="2" presStyleCnt="6"/>
      <dgm:spPr/>
    </dgm:pt>
    <dgm:pt modelId="{607100CB-C561-4AE9-850B-37ED574CF4C1}" type="pres">
      <dgm:prSet presAssocID="{1BE645DB-FCE4-4660-9A2A-9B3FD9B4B978}" presName="vert1" presStyleCnt="0"/>
      <dgm:spPr/>
    </dgm:pt>
    <dgm:pt modelId="{8C0F2ED5-8DDB-4862-86F8-81D5EE4E3B88}" type="pres">
      <dgm:prSet presAssocID="{5C009B24-0BAD-4F31-A4D4-935BB21F3906}" presName="thickLine" presStyleLbl="alignNode1" presStyleIdx="3" presStyleCnt="6"/>
      <dgm:spPr/>
    </dgm:pt>
    <dgm:pt modelId="{E6D30CE1-0191-4B1B-8165-F290C67E7508}" type="pres">
      <dgm:prSet presAssocID="{5C009B24-0BAD-4F31-A4D4-935BB21F3906}" presName="horz1" presStyleCnt="0"/>
      <dgm:spPr/>
    </dgm:pt>
    <dgm:pt modelId="{533569DD-B35C-4FD9-AE80-0DBC1586391D}" type="pres">
      <dgm:prSet presAssocID="{5C009B24-0BAD-4F31-A4D4-935BB21F3906}" presName="tx1" presStyleLbl="revTx" presStyleIdx="3" presStyleCnt="6"/>
      <dgm:spPr/>
    </dgm:pt>
    <dgm:pt modelId="{53887178-E727-4398-BA05-E566CFA0453E}" type="pres">
      <dgm:prSet presAssocID="{5C009B24-0BAD-4F31-A4D4-935BB21F3906}" presName="vert1" presStyleCnt="0"/>
      <dgm:spPr/>
    </dgm:pt>
    <dgm:pt modelId="{4058C48D-6FC8-41B2-9E1E-5D2E1D90168C}" type="pres">
      <dgm:prSet presAssocID="{E26E7F37-D30D-4D28-89C1-5A466E291042}" presName="thickLine" presStyleLbl="alignNode1" presStyleIdx="4" presStyleCnt="6"/>
      <dgm:spPr/>
    </dgm:pt>
    <dgm:pt modelId="{1EF88FCA-F452-436F-9853-C255D2056B6E}" type="pres">
      <dgm:prSet presAssocID="{E26E7F37-D30D-4D28-89C1-5A466E291042}" presName="horz1" presStyleCnt="0"/>
      <dgm:spPr/>
    </dgm:pt>
    <dgm:pt modelId="{2CD825EA-CD87-4EED-8E46-16977D11B92B}" type="pres">
      <dgm:prSet presAssocID="{E26E7F37-D30D-4D28-89C1-5A466E291042}" presName="tx1" presStyleLbl="revTx" presStyleIdx="4" presStyleCnt="6"/>
      <dgm:spPr/>
    </dgm:pt>
    <dgm:pt modelId="{C8FE9C37-1EB4-4814-98E5-9E40E480A72D}" type="pres">
      <dgm:prSet presAssocID="{E26E7F37-D30D-4D28-89C1-5A466E291042}" presName="vert1" presStyleCnt="0"/>
      <dgm:spPr/>
    </dgm:pt>
    <dgm:pt modelId="{807A5374-C20F-41A6-919C-32AD9EA587C3}" type="pres">
      <dgm:prSet presAssocID="{A6429E3F-F5BD-46F4-A076-BDCFD3596B0C}" presName="thickLine" presStyleLbl="alignNode1" presStyleIdx="5" presStyleCnt="6"/>
      <dgm:spPr/>
    </dgm:pt>
    <dgm:pt modelId="{982578CB-E84D-494F-BFC4-29899EEC8393}" type="pres">
      <dgm:prSet presAssocID="{A6429E3F-F5BD-46F4-A076-BDCFD3596B0C}" presName="horz1" presStyleCnt="0"/>
      <dgm:spPr/>
    </dgm:pt>
    <dgm:pt modelId="{85264066-EA57-460D-B1EC-8C5A472875C0}" type="pres">
      <dgm:prSet presAssocID="{A6429E3F-F5BD-46F4-A076-BDCFD3596B0C}" presName="tx1" presStyleLbl="revTx" presStyleIdx="5" presStyleCnt="6"/>
      <dgm:spPr/>
    </dgm:pt>
    <dgm:pt modelId="{2CE9C03F-7829-4A7F-A9C4-415D5A68C5EB}" type="pres">
      <dgm:prSet presAssocID="{A6429E3F-F5BD-46F4-A076-BDCFD3596B0C}" presName="vert1" presStyleCnt="0"/>
      <dgm:spPr/>
    </dgm:pt>
  </dgm:ptLst>
  <dgm:cxnLst>
    <dgm:cxn modelId="{CCC7ED16-6823-4643-B70E-12E2AA34D086}" type="presOf" srcId="{479B6104-EDD0-4521-889C-5050C44255CB}" destId="{70848C7B-DA91-471D-8E4A-4023FEDFD95C}" srcOrd="0" destOrd="0" presId="urn:microsoft.com/office/officeart/2008/layout/LinedList"/>
    <dgm:cxn modelId="{3CA5AA20-BE62-4AF2-8E28-E2B70C6A5EE7}" srcId="{D1A7EFA0-3675-4F3C-A7D0-626884D9E15C}" destId="{A6429E3F-F5BD-46F4-A076-BDCFD3596B0C}" srcOrd="5" destOrd="0" parTransId="{5FA758B3-E742-4B1D-8F06-D23C31F33162}" sibTransId="{CE92F834-8C20-4237-A664-13E37326D578}"/>
    <dgm:cxn modelId="{0C4B2D5D-B332-421B-9E91-6E69C3FEF70A}" srcId="{D1A7EFA0-3675-4F3C-A7D0-626884D9E15C}" destId="{479B6104-EDD0-4521-889C-5050C44255CB}" srcOrd="1" destOrd="0" parTransId="{7843B9B8-B09E-444A-8B28-C33943509EFE}" sibTransId="{ADCC33D1-03B3-43FF-8229-BA79E7CDC610}"/>
    <dgm:cxn modelId="{5EDD3141-8D29-4EF3-B3C6-B3B80BCA9E7B}" type="presOf" srcId="{1BE645DB-FCE4-4660-9A2A-9B3FD9B4B978}" destId="{A654AF12-DDF7-40F1-AC47-85B93DF2B50A}" srcOrd="0" destOrd="0" presId="urn:microsoft.com/office/officeart/2008/layout/LinedList"/>
    <dgm:cxn modelId="{95F3A341-C147-478E-A8C1-4C5D2311EE3A}" type="presOf" srcId="{E26E7F37-D30D-4D28-89C1-5A466E291042}" destId="{2CD825EA-CD87-4EED-8E46-16977D11B92B}" srcOrd="0" destOrd="0" presId="urn:microsoft.com/office/officeart/2008/layout/LinedList"/>
    <dgm:cxn modelId="{8D124264-D035-421C-9BFD-6C9D3A70C66F}" srcId="{D1A7EFA0-3675-4F3C-A7D0-626884D9E15C}" destId="{1BE645DB-FCE4-4660-9A2A-9B3FD9B4B978}" srcOrd="2" destOrd="0" parTransId="{F0C07D46-457F-43EF-8307-CCC0B1ABB872}" sibTransId="{FA66640B-5D54-4D7B-8D3F-62334C5A9BA3}"/>
    <dgm:cxn modelId="{D523E747-DC9C-462E-ACD4-7EDC27E09AAE}" srcId="{D1A7EFA0-3675-4F3C-A7D0-626884D9E15C}" destId="{5C009B24-0BAD-4F31-A4D4-935BB21F3906}" srcOrd="3" destOrd="0" parTransId="{CF9F7371-5F38-4DB8-8800-174C8A5D4538}" sibTransId="{9A5B731D-AD0A-42F8-989D-E4A872CD3865}"/>
    <dgm:cxn modelId="{D8602F9B-165E-4118-9D3B-23E728689C92}" type="presOf" srcId="{D1A7EFA0-3675-4F3C-A7D0-626884D9E15C}" destId="{7A1D874E-60EA-4903-A939-B6EBA4585A47}" srcOrd="0" destOrd="0" presId="urn:microsoft.com/office/officeart/2008/layout/LinedList"/>
    <dgm:cxn modelId="{14428FC1-C283-4DE6-8C4B-A714B4F6035F}" type="presOf" srcId="{C73364B7-058A-4CC4-A9D2-E77442426081}" destId="{4F242F96-4B67-4191-AB84-326783B845B5}" srcOrd="0" destOrd="0" presId="urn:microsoft.com/office/officeart/2008/layout/LinedList"/>
    <dgm:cxn modelId="{F967DBCE-C589-4874-9C94-A2EBAC8477FE}" srcId="{D1A7EFA0-3675-4F3C-A7D0-626884D9E15C}" destId="{E26E7F37-D30D-4D28-89C1-5A466E291042}" srcOrd="4" destOrd="0" parTransId="{35B4DE73-FE09-47F5-BC65-C808BF00855D}" sibTransId="{59472567-B4B2-43FC-8325-EBE5723A1180}"/>
    <dgm:cxn modelId="{5C49ECD4-EFF9-4F28-94C3-E533C4716922}" srcId="{D1A7EFA0-3675-4F3C-A7D0-626884D9E15C}" destId="{C73364B7-058A-4CC4-A9D2-E77442426081}" srcOrd="0" destOrd="0" parTransId="{A6644715-AACF-4CF9-98B2-4BFBC52935D4}" sibTransId="{07A8B486-07B7-4C5D-9E1B-5BC23D2C8AC4}"/>
    <dgm:cxn modelId="{B58094F5-9297-4626-88BE-5D04E3219393}" type="presOf" srcId="{A6429E3F-F5BD-46F4-A076-BDCFD3596B0C}" destId="{85264066-EA57-460D-B1EC-8C5A472875C0}" srcOrd="0" destOrd="0" presId="urn:microsoft.com/office/officeart/2008/layout/LinedList"/>
    <dgm:cxn modelId="{1ABF58F7-8040-4D96-8C6F-79F82A641540}" type="presOf" srcId="{5C009B24-0BAD-4F31-A4D4-935BB21F3906}" destId="{533569DD-B35C-4FD9-AE80-0DBC1586391D}" srcOrd="0" destOrd="0" presId="urn:microsoft.com/office/officeart/2008/layout/LinedList"/>
    <dgm:cxn modelId="{3D2E0A63-5A09-4795-B111-3DFFCACCAD05}" type="presParOf" srcId="{7A1D874E-60EA-4903-A939-B6EBA4585A47}" destId="{B5AFAC74-9041-4E42-9579-8F73D33B8B7C}" srcOrd="0" destOrd="0" presId="urn:microsoft.com/office/officeart/2008/layout/LinedList"/>
    <dgm:cxn modelId="{841D0192-5F8F-429B-A8E7-B9B16127609C}" type="presParOf" srcId="{7A1D874E-60EA-4903-A939-B6EBA4585A47}" destId="{D3165D02-F9FE-4F93-BCE8-2DE0B865C5FF}" srcOrd="1" destOrd="0" presId="urn:microsoft.com/office/officeart/2008/layout/LinedList"/>
    <dgm:cxn modelId="{4FD5B368-E32B-49A3-8FD5-4FAC0DB80793}" type="presParOf" srcId="{D3165D02-F9FE-4F93-BCE8-2DE0B865C5FF}" destId="{4F242F96-4B67-4191-AB84-326783B845B5}" srcOrd="0" destOrd="0" presId="urn:microsoft.com/office/officeart/2008/layout/LinedList"/>
    <dgm:cxn modelId="{E34FDCBF-8404-4AD0-8408-658237E792EB}" type="presParOf" srcId="{D3165D02-F9FE-4F93-BCE8-2DE0B865C5FF}" destId="{A43E8BC6-18B5-40BA-83FB-B5D0CD0B5602}" srcOrd="1" destOrd="0" presId="urn:microsoft.com/office/officeart/2008/layout/LinedList"/>
    <dgm:cxn modelId="{CC45C823-F357-482F-8840-90C6A4BC50BC}" type="presParOf" srcId="{7A1D874E-60EA-4903-A939-B6EBA4585A47}" destId="{6F4E7291-2F82-44B8-B041-F5593ACBB78A}" srcOrd="2" destOrd="0" presId="urn:microsoft.com/office/officeart/2008/layout/LinedList"/>
    <dgm:cxn modelId="{9ABE7311-0207-44A8-A5FD-4A393B404900}" type="presParOf" srcId="{7A1D874E-60EA-4903-A939-B6EBA4585A47}" destId="{8116C66E-61C6-42B1-9D89-BDB30AFE4B1F}" srcOrd="3" destOrd="0" presId="urn:microsoft.com/office/officeart/2008/layout/LinedList"/>
    <dgm:cxn modelId="{D1BCD020-CFCD-4D89-86C8-408910947F00}" type="presParOf" srcId="{8116C66E-61C6-42B1-9D89-BDB30AFE4B1F}" destId="{70848C7B-DA91-471D-8E4A-4023FEDFD95C}" srcOrd="0" destOrd="0" presId="urn:microsoft.com/office/officeart/2008/layout/LinedList"/>
    <dgm:cxn modelId="{0BA256DE-0493-472B-9FD5-869C83A9851C}" type="presParOf" srcId="{8116C66E-61C6-42B1-9D89-BDB30AFE4B1F}" destId="{4E2B1F95-4C52-46F1-BBC5-89D5686CCF76}" srcOrd="1" destOrd="0" presId="urn:microsoft.com/office/officeart/2008/layout/LinedList"/>
    <dgm:cxn modelId="{D608D3DE-3B24-4FA9-A196-58634C2B27F1}" type="presParOf" srcId="{7A1D874E-60EA-4903-A939-B6EBA4585A47}" destId="{1DD67F97-A206-49A7-B7F1-B16BABD0DE6D}" srcOrd="4" destOrd="0" presId="urn:microsoft.com/office/officeart/2008/layout/LinedList"/>
    <dgm:cxn modelId="{8D6E1597-2C8C-4C77-AC61-C24BE6E7BD8F}" type="presParOf" srcId="{7A1D874E-60EA-4903-A939-B6EBA4585A47}" destId="{C13C5123-60D2-4F3B-BF89-13DE3FEAE50A}" srcOrd="5" destOrd="0" presId="urn:microsoft.com/office/officeart/2008/layout/LinedList"/>
    <dgm:cxn modelId="{9A9285D6-F311-4CAA-9441-701FAFEFCC96}" type="presParOf" srcId="{C13C5123-60D2-4F3B-BF89-13DE3FEAE50A}" destId="{A654AF12-DDF7-40F1-AC47-85B93DF2B50A}" srcOrd="0" destOrd="0" presId="urn:microsoft.com/office/officeart/2008/layout/LinedList"/>
    <dgm:cxn modelId="{B030A6C0-057C-4936-A621-B989636EE9C2}" type="presParOf" srcId="{C13C5123-60D2-4F3B-BF89-13DE3FEAE50A}" destId="{607100CB-C561-4AE9-850B-37ED574CF4C1}" srcOrd="1" destOrd="0" presId="urn:microsoft.com/office/officeart/2008/layout/LinedList"/>
    <dgm:cxn modelId="{A8893B34-9874-48D8-A9BC-079FE0A52B5F}" type="presParOf" srcId="{7A1D874E-60EA-4903-A939-B6EBA4585A47}" destId="{8C0F2ED5-8DDB-4862-86F8-81D5EE4E3B88}" srcOrd="6" destOrd="0" presId="urn:microsoft.com/office/officeart/2008/layout/LinedList"/>
    <dgm:cxn modelId="{4D9451BC-0613-4998-879C-968F9B4D76E5}" type="presParOf" srcId="{7A1D874E-60EA-4903-A939-B6EBA4585A47}" destId="{E6D30CE1-0191-4B1B-8165-F290C67E7508}" srcOrd="7" destOrd="0" presId="urn:microsoft.com/office/officeart/2008/layout/LinedList"/>
    <dgm:cxn modelId="{AD69D8E6-9563-4BEB-A41A-4F2CA2CE54C8}" type="presParOf" srcId="{E6D30CE1-0191-4B1B-8165-F290C67E7508}" destId="{533569DD-B35C-4FD9-AE80-0DBC1586391D}" srcOrd="0" destOrd="0" presId="urn:microsoft.com/office/officeart/2008/layout/LinedList"/>
    <dgm:cxn modelId="{5A3E26AE-D3FC-42C1-ABC2-F735D28AD0D8}" type="presParOf" srcId="{E6D30CE1-0191-4B1B-8165-F290C67E7508}" destId="{53887178-E727-4398-BA05-E566CFA0453E}" srcOrd="1" destOrd="0" presId="urn:microsoft.com/office/officeart/2008/layout/LinedList"/>
    <dgm:cxn modelId="{A1B548D3-7924-436C-A0AA-5C0EA364884B}" type="presParOf" srcId="{7A1D874E-60EA-4903-A939-B6EBA4585A47}" destId="{4058C48D-6FC8-41B2-9E1E-5D2E1D90168C}" srcOrd="8" destOrd="0" presId="urn:microsoft.com/office/officeart/2008/layout/LinedList"/>
    <dgm:cxn modelId="{CB909C4F-0674-4DDA-AB01-B0B2E102110B}" type="presParOf" srcId="{7A1D874E-60EA-4903-A939-B6EBA4585A47}" destId="{1EF88FCA-F452-436F-9853-C255D2056B6E}" srcOrd="9" destOrd="0" presId="urn:microsoft.com/office/officeart/2008/layout/LinedList"/>
    <dgm:cxn modelId="{42BCBE25-9B99-4622-B0CC-83A3863368AF}" type="presParOf" srcId="{1EF88FCA-F452-436F-9853-C255D2056B6E}" destId="{2CD825EA-CD87-4EED-8E46-16977D11B92B}" srcOrd="0" destOrd="0" presId="urn:microsoft.com/office/officeart/2008/layout/LinedList"/>
    <dgm:cxn modelId="{D15702FD-9B49-409C-8F72-10A05FEFD8C1}" type="presParOf" srcId="{1EF88FCA-F452-436F-9853-C255D2056B6E}" destId="{C8FE9C37-1EB4-4814-98E5-9E40E480A72D}" srcOrd="1" destOrd="0" presId="urn:microsoft.com/office/officeart/2008/layout/LinedList"/>
    <dgm:cxn modelId="{28052C65-478C-4B87-8B52-7C8C34AEA64C}" type="presParOf" srcId="{7A1D874E-60EA-4903-A939-B6EBA4585A47}" destId="{807A5374-C20F-41A6-919C-32AD9EA587C3}" srcOrd="10" destOrd="0" presId="urn:microsoft.com/office/officeart/2008/layout/LinedList"/>
    <dgm:cxn modelId="{9193A569-C136-4334-A53D-81D6242028F0}" type="presParOf" srcId="{7A1D874E-60EA-4903-A939-B6EBA4585A47}" destId="{982578CB-E84D-494F-BFC4-29899EEC8393}" srcOrd="11" destOrd="0" presId="urn:microsoft.com/office/officeart/2008/layout/LinedList"/>
    <dgm:cxn modelId="{D917216F-FAD8-4ACB-AB99-313D8BE9EDBC}" type="presParOf" srcId="{982578CB-E84D-494F-BFC4-29899EEC8393}" destId="{85264066-EA57-460D-B1EC-8C5A472875C0}" srcOrd="0" destOrd="0" presId="urn:microsoft.com/office/officeart/2008/layout/LinedList"/>
    <dgm:cxn modelId="{E32CACE6-FFA3-4F64-B0D8-086B8398AB45}" type="presParOf" srcId="{982578CB-E84D-494F-BFC4-29899EEC8393}" destId="{2CE9C03F-7829-4A7F-A9C4-415D5A68C5E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09D41-4934-4C8B-A435-882A5F80FF28}">
      <dsp:nvSpPr>
        <dsp:cNvPr id="0" name=""/>
        <dsp:cNvSpPr/>
      </dsp:nvSpPr>
      <dsp:spPr>
        <a:xfrm>
          <a:off x="4929" y="1711134"/>
          <a:ext cx="1889521" cy="40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GB" sz="1400" kern="1200"/>
            <a:t>A</a:t>
          </a:r>
          <a:endParaRPr lang="en-US" sz="1400" kern="1200"/>
        </a:p>
      </dsp:txBody>
      <dsp:txXfrm>
        <a:off x="4929" y="1711134"/>
        <a:ext cx="1889521" cy="403200"/>
      </dsp:txXfrm>
    </dsp:sp>
    <dsp:sp modelId="{16109B07-7401-4A44-A48E-6FE7C067AAFE}">
      <dsp:nvSpPr>
        <dsp:cNvPr id="0" name=""/>
        <dsp:cNvSpPr/>
      </dsp:nvSpPr>
      <dsp:spPr>
        <a:xfrm>
          <a:off x="4929" y="2114334"/>
          <a:ext cx="1889521" cy="20596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Gemini Geofencing</a:t>
          </a:r>
          <a:endParaRPr lang="en-US" sz="1400" kern="1200"/>
        </a:p>
        <a:p>
          <a:pPr marL="228600" lvl="2" indent="-114300" algn="l" defTabSz="622300">
            <a:lnSpc>
              <a:spcPct val="90000"/>
            </a:lnSpc>
            <a:spcBef>
              <a:spcPct val="0"/>
            </a:spcBef>
            <a:spcAft>
              <a:spcPct val="15000"/>
            </a:spcAft>
            <a:buChar char="•"/>
          </a:pPr>
          <a:r>
            <a:rPr lang="en-GB" sz="1400" kern="1200"/>
            <a:t>Singapore VM blocked by Gemini  </a:t>
          </a:r>
          <a:endParaRPr lang="en-US" sz="1400" kern="1200"/>
        </a:p>
        <a:p>
          <a:pPr marL="228600" lvl="2" indent="-114300" algn="l" defTabSz="622300">
            <a:lnSpc>
              <a:spcPct val="90000"/>
            </a:lnSpc>
            <a:spcBef>
              <a:spcPct val="0"/>
            </a:spcBef>
            <a:spcAft>
              <a:spcPct val="15000"/>
            </a:spcAft>
            <a:buChar char="•"/>
          </a:pPr>
          <a:r>
            <a:rPr lang="en-GB" sz="1400" kern="1200"/>
            <a:t>RCA: IP reputation, ASN, region  </a:t>
          </a:r>
          <a:endParaRPr lang="en-US" sz="1400" kern="1200"/>
        </a:p>
        <a:p>
          <a:pPr marL="114300" lvl="1" indent="-114300" algn="l" defTabSz="622300">
            <a:lnSpc>
              <a:spcPct val="90000"/>
            </a:lnSpc>
            <a:spcBef>
              <a:spcPct val="0"/>
            </a:spcBef>
            <a:spcAft>
              <a:spcPct val="15000"/>
            </a:spcAft>
            <a:buChar char="•"/>
          </a:pPr>
          <a:r>
            <a:rPr lang="en-GB" sz="1400" kern="1200"/>
            <a:t>Solution: </a:t>
          </a:r>
          <a:endParaRPr lang="en-US" sz="1400" kern="1200"/>
        </a:p>
        <a:p>
          <a:pPr marL="228600" lvl="2" indent="-114300" algn="l" defTabSz="622300">
            <a:lnSpc>
              <a:spcPct val="90000"/>
            </a:lnSpc>
            <a:spcBef>
              <a:spcPct val="0"/>
            </a:spcBef>
            <a:spcAft>
              <a:spcPct val="15000"/>
            </a:spcAft>
            <a:buChar char="•"/>
          </a:pPr>
          <a:r>
            <a:rPr lang="en-GB" sz="1400" kern="1200"/>
            <a:t>Cloud Run proxy in supported region</a:t>
          </a:r>
          <a:endParaRPr lang="en-US" sz="1400" kern="1200"/>
        </a:p>
      </dsp:txBody>
      <dsp:txXfrm>
        <a:off x="4929" y="2114334"/>
        <a:ext cx="1889521" cy="2059607"/>
      </dsp:txXfrm>
    </dsp:sp>
    <dsp:sp modelId="{BE9E5A61-D0BF-4C09-906F-F333FC70C8A3}">
      <dsp:nvSpPr>
        <dsp:cNvPr id="0" name=""/>
        <dsp:cNvSpPr/>
      </dsp:nvSpPr>
      <dsp:spPr>
        <a:xfrm>
          <a:off x="2158984" y="1711134"/>
          <a:ext cx="1889521" cy="40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GB" sz="1400" kern="1200"/>
            <a:t>B </a:t>
          </a:r>
          <a:endParaRPr lang="en-US" sz="1400" kern="1200"/>
        </a:p>
      </dsp:txBody>
      <dsp:txXfrm>
        <a:off x="2158984" y="1711134"/>
        <a:ext cx="1889521" cy="403200"/>
      </dsp:txXfrm>
    </dsp:sp>
    <dsp:sp modelId="{00C960A7-7CF5-44CD-A111-BD4FD25E32DF}">
      <dsp:nvSpPr>
        <dsp:cNvPr id="0" name=""/>
        <dsp:cNvSpPr/>
      </dsp:nvSpPr>
      <dsp:spPr>
        <a:xfrm>
          <a:off x="2158984" y="2114334"/>
          <a:ext cx="1889521" cy="20596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K3s Deployment Pitfalls</a:t>
          </a:r>
          <a:endParaRPr lang="en-US" sz="1400" kern="1200"/>
        </a:p>
        <a:p>
          <a:pPr marL="228600" lvl="2" indent="-114300" algn="l" defTabSz="622300">
            <a:lnSpc>
              <a:spcPct val="90000"/>
            </a:lnSpc>
            <a:spcBef>
              <a:spcPct val="0"/>
            </a:spcBef>
            <a:spcAft>
              <a:spcPct val="15000"/>
            </a:spcAft>
            <a:buChar char="•"/>
          </a:pPr>
          <a:r>
            <a:rPr lang="en-GB" sz="1400" kern="1200"/>
            <a:t>Stale images, no registry</a:t>
          </a:r>
          <a:endParaRPr lang="en-US" sz="1400" kern="1200"/>
        </a:p>
        <a:p>
          <a:pPr marL="114300" lvl="1" indent="-114300" algn="l" defTabSz="622300">
            <a:lnSpc>
              <a:spcPct val="90000"/>
            </a:lnSpc>
            <a:spcBef>
              <a:spcPct val="0"/>
            </a:spcBef>
            <a:spcAft>
              <a:spcPct val="15000"/>
            </a:spcAft>
            <a:buChar char="•"/>
          </a:pPr>
          <a:r>
            <a:rPr lang="en-GB" sz="1400" kern="1200"/>
            <a:t>Solution: </a:t>
          </a:r>
          <a:endParaRPr lang="en-US" sz="1400" kern="1200"/>
        </a:p>
        <a:p>
          <a:pPr marL="228600" lvl="2" indent="-114300" algn="l" defTabSz="622300">
            <a:lnSpc>
              <a:spcPct val="90000"/>
            </a:lnSpc>
            <a:spcBef>
              <a:spcPct val="0"/>
            </a:spcBef>
            <a:spcAft>
              <a:spcPct val="15000"/>
            </a:spcAft>
            <a:buChar char="•"/>
          </a:pPr>
          <a:r>
            <a:rPr lang="en-GB" sz="1400" kern="1200"/>
            <a:t>Local tagging, containerd import, manifest verification</a:t>
          </a:r>
          <a:endParaRPr lang="en-US" sz="1400" kern="1200"/>
        </a:p>
      </dsp:txBody>
      <dsp:txXfrm>
        <a:off x="2158984" y="2114334"/>
        <a:ext cx="1889521" cy="2059607"/>
      </dsp:txXfrm>
    </dsp:sp>
    <dsp:sp modelId="{6C2179D2-C5C7-4FED-B838-68F283C97491}">
      <dsp:nvSpPr>
        <dsp:cNvPr id="0" name=""/>
        <dsp:cNvSpPr/>
      </dsp:nvSpPr>
      <dsp:spPr>
        <a:xfrm>
          <a:off x="4313039" y="1711134"/>
          <a:ext cx="1889521" cy="40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GB" sz="1400" kern="1200"/>
            <a:t>C</a:t>
          </a:r>
          <a:endParaRPr lang="en-US" sz="1400" kern="1200"/>
        </a:p>
      </dsp:txBody>
      <dsp:txXfrm>
        <a:off x="4313039" y="1711134"/>
        <a:ext cx="1889521" cy="403200"/>
      </dsp:txXfrm>
    </dsp:sp>
    <dsp:sp modelId="{9DD5E391-BE50-442C-BDA7-6152A99DE4C4}">
      <dsp:nvSpPr>
        <dsp:cNvPr id="0" name=""/>
        <dsp:cNvSpPr/>
      </dsp:nvSpPr>
      <dsp:spPr>
        <a:xfrm>
          <a:off x="4313039" y="2114334"/>
          <a:ext cx="1889521" cy="20596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Cloud Run Health Failures</a:t>
          </a:r>
          <a:endParaRPr lang="en-US" sz="1400" kern="1200"/>
        </a:p>
        <a:p>
          <a:pPr marL="228600" lvl="2" indent="-114300" algn="l" defTabSz="622300">
            <a:lnSpc>
              <a:spcPct val="90000"/>
            </a:lnSpc>
            <a:spcBef>
              <a:spcPct val="0"/>
            </a:spcBef>
            <a:spcAft>
              <a:spcPct val="15000"/>
            </a:spcAft>
            <a:buChar char="•"/>
          </a:pPr>
          <a:r>
            <a:rPr lang="en-GB" sz="1400" kern="1200"/>
            <a:t>Empty-body responses → JSONDecodeError</a:t>
          </a:r>
          <a:endParaRPr lang="en-US" sz="1400" kern="1200"/>
        </a:p>
        <a:p>
          <a:pPr marL="114300" lvl="1" indent="-114300" algn="l" defTabSz="622300">
            <a:lnSpc>
              <a:spcPct val="90000"/>
            </a:lnSpc>
            <a:spcBef>
              <a:spcPct val="0"/>
            </a:spcBef>
            <a:spcAft>
              <a:spcPct val="15000"/>
            </a:spcAft>
            <a:buChar char="•"/>
          </a:pPr>
          <a:r>
            <a:rPr lang="en-GB" sz="1400" kern="1200"/>
            <a:t>Solution: </a:t>
          </a:r>
          <a:endParaRPr lang="en-US" sz="1400" kern="1200"/>
        </a:p>
        <a:p>
          <a:pPr marL="228600" lvl="2" indent="-114300" algn="l" defTabSz="622300">
            <a:lnSpc>
              <a:spcPct val="90000"/>
            </a:lnSpc>
            <a:spcBef>
              <a:spcPct val="0"/>
            </a:spcBef>
            <a:spcAft>
              <a:spcPct val="15000"/>
            </a:spcAft>
            <a:buChar char="•"/>
          </a:pPr>
          <a:r>
            <a:rPr lang="en-GB" sz="1400" kern="1200"/>
            <a:t>Health endpoint + raw byte forwarding</a:t>
          </a:r>
          <a:endParaRPr lang="en-US" sz="1400" kern="1200"/>
        </a:p>
      </dsp:txBody>
      <dsp:txXfrm>
        <a:off x="4313039" y="2114334"/>
        <a:ext cx="1889521" cy="2059607"/>
      </dsp:txXfrm>
    </dsp:sp>
    <dsp:sp modelId="{35B63E44-FDE5-4D3D-86B8-F557A25ACB4B}">
      <dsp:nvSpPr>
        <dsp:cNvPr id="0" name=""/>
        <dsp:cNvSpPr/>
      </dsp:nvSpPr>
      <dsp:spPr>
        <a:xfrm>
          <a:off x="6467094" y="1711134"/>
          <a:ext cx="1889521" cy="40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GB" sz="1400" kern="1200"/>
            <a:t>D</a:t>
          </a:r>
          <a:endParaRPr lang="en-US" sz="1400" kern="1200"/>
        </a:p>
      </dsp:txBody>
      <dsp:txXfrm>
        <a:off x="6467094" y="1711134"/>
        <a:ext cx="1889521" cy="403200"/>
      </dsp:txXfrm>
    </dsp:sp>
    <dsp:sp modelId="{47671010-A90C-4DF4-872D-28DF6C66422A}">
      <dsp:nvSpPr>
        <dsp:cNvPr id="0" name=""/>
        <dsp:cNvSpPr/>
      </dsp:nvSpPr>
      <dsp:spPr>
        <a:xfrm>
          <a:off x="6467094" y="2114334"/>
          <a:ext cx="1889521" cy="20596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Gemini API Versioning</a:t>
          </a:r>
          <a:endParaRPr lang="en-US" sz="1400" kern="1200"/>
        </a:p>
        <a:p>
          <a:pPr marL="228600" lvl="2" indent="-114300" algn="l" defTabSz="622300">
            <a:lnSpc>
              <a:spcPct val="90000"/>
            </a:lnSpc>
            <a:spcBef>
              <a:spcPct val="0"/>
            </a:spcBef>
            <a:spcAft>
              <a:spcPct val="15000"/>
            </a:spcAft>
            <a:buChar char="•"/>
          </a:pPr>
          <a:r>
            <a:rPr lang="en-GB" sz="1400" kern="1200"/>
            <a:t>v1 vs v1beta mismatch</a:t>
          </a:r>
          <a:endParaRPr lang="en-US" sz="1400" kern="1200"/>
        </a:p>
        <a:p>
          <a:pPr marL="114300" lvl="1" indent="-114300" algn="l" defTabSz="622300">
            <a:lnSpc>
              <a:spcPct val="90000"/>
            </a:lnSpc>
            <a:spcBef>
              <a:spcPct val="0"/>
            </a:spcBef>
            <a:spcAft>
              <a:spcPct val="15000"/>
            </a:spcAft>
            <a:buChar char="•"/>
          </a:pPr>
          <a:r>
            <a:rPr lang="en-GB" sz="1400" kern="1200"/>
            <a:t>Solution: </a:t>
          </a:r>
          <a:endParaRPr lang="en-US" sz="1400" kern="1200"/>
        </a:p>
        <a:p>
          <a:pPr marL="228600" lvl="2" indent="-114300" algn="l" defTabSz="622300">
            <a:lnSpc>
              <a:spcPct val="90000"/>
            </a:lnSpc>
            <a:spcBef>
              <a:spcPct val="0"/>
            </a:spcBef>
            <a:spcAft>
              <a:spcPct val="15000"/>
            </a:spcAft>
            <a:buChar char="•"/>
          </a:pPr>
          <a:r>
            <a:rPr lang="en-GB" sz="1400" kern="1200"/>
            <a:t>Client-side routing, version-aware paths</a:t>
          </a:r>
          <a:endParaRPr lang="en-US" sz="1400" kern="1200"/>
        </a:p>
      </dsp:txBody>
      <dsp:txXfrm>
        <a:off x="6467094" y="2114334"/>
        <a:ext cx="1889521" cy="2059607"/>
      </dsp:txXfrm>
    </dsp:sp>
    <dsp:sp modelId="{697B9B03-4910-4635-8004-3E3B59C4E5CB}">
      <dsp:nvSpPr>
        <dsp:cNvPr id="0" name=""/>
        <dsp:cNvSpPr/>
      </dsp:nvSpPr>
      <dsp:spPr>
        <a:xfrm>
          <a:off x="8621148" y="1711134"/>
          <a:ext cx="1889521" cy="40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GB" sz="1400" kern="1200"/>
            <a:t>E</a:t>
          </a:r>
          <a:endParaRPr lang="en-US" sz="1400" kern="1200"/>
        </a:p>
      </dsp:txBody>
      <dsp:txXfrm>
        <a:off x="8621148" y="1711134"/>
        <a:ext cx="1889521" cy="403200"/>
      </dsp:txXfrm>
    </dsp:sp>
    <dsp:sp modelId="{D25EDB33-0A85-43AA-8B9B-649D0F209239}">
      <dsp:nvSpPr>
        <dsp:cNvPr id="0" name=""/>
        <dsp:cNvSpPr/>
      </dsp:nvSpPr>
      <dsp:spPr>
        <a:xfrm>
          <a:off x="8621148" y="2114334"/>
          <a:ext cx="1889521" cy="205960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a:t>Proxy Design Mistake</a:t>
          </a:r>
          <a:endParaRPr lang="en-US" sz="1400" kern="1200"/>
        </a:p>
        <a:p>
          <a:pPr marL="228600" lvl="2" indent="-114300" algn="l" defTabSz="622300">
            <a:lnSpc>
              <a:spcPct val="90000"/>
            </a:lnSpc>
            <a:spcBef>
              <a:spcPct val="0"/>
            </a:spcBef>
            <a:spcAft>
              <a:spcPct val="15000"/>
            </a:spcAft>
            <a:buChar char="•"/>
          </a:pPr>
          <a:r>
            <a:rPr lang="en-GB" sz="1400" kern="1200"/>
            <a:t>Hardcoded version → redeploys</a:t>
          </a:r>
          <a:endParaRPr lang="en-US" sz="1400" kern="1200"/>
        </a:p>
        <a:p>
          <a:pPr marL="114300" lvl="1" indent="-114300" algn="l" defTabSz="622300">
            <a:lnSpc>
              <a:spcPct val="90000"/>
            </a:lnSpc>
            <a:spcBef>
              <a:spcPct val="0"/>
            </a:spcBef>
            <a:spcAft>
              <a:spcPct val="15000"/>
            </a:spcAft>
            <a:buChar char="•"/>
          </a:pPr>
          <a:r>
            <a:rPr lang="en-GB" sz="1400" kern="1200"/>
            <a:t>Solution: </a:t>
          </a:r>
          <a:endParaRPr lang="en-US" sz="1400" kern="1200"/>
        </a:p>
        <a:p>
          <a:pPr marL="228600" lvl="2" indent="-114300" algn="l" defTabSz="622300">
            <a:lnSpc>
              <a:spcPct val="90000"/>
            </a:lnSpc>
            <a:spcBef>
              <a:spcPct val="0"/>
            </a:spcBef>
            <a:spcAft>
              <a:spcPct val="15000"/>
            </a:spcAft>
            <a:buChar char="•"/>
          </a:pPr>
          <a:r>
            <a:rPr lang="en-GB" sz="1400" kern="1200"/>
            <a:t>Static proxy, smart client</a:t>
          </a:r>
          <a:endParaRPr lang="en-US" sz="1400" kern="1200"/>
        </a:p>
      </dsp:txBody>
      <dsp:txXfrm>
        <a:off x="8621148" y="2114334"/>
        <a:ext cx="1889521" cy="20596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611267-6F1F-44F8-9CFD-F333317AC5D4}">
      <dsp:nvSpPr>
        <dsp:cNvPr id="0" name=""/>
        <dsp:cNvSpPr/>
      </dsp:nvSpPr>
      <dsp:spPr>
        <a:xfrm>
          <a:off x="0" y="106356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Real-world debugging under pressure  </a:t>
          </a:r>
          <a:endParaRPr lang="en-US" sz="3200" kern="1200"/>
        </a:p>
      </dsp:txBody>
      <dsp:txXfrm>
        <a:off x="38381" y="1101950"/>
        <a:ext cx="10438838" cy="709478"/>
      </dsp:txXfrm>
    </dsp:sp>
    <dsp:sp modelId="{0EB9658D-77AC-4D58-B81D-119F5FAE3313}">
      <dsp:nvSpPr>
        <dsp:cNvPr id="0" name=""/>
        <dsp:cNvSpPr/>
      </dsp:nvSpPr>
      <dsp:spPr>
        <a:xfrm>
          <a:off x="0" y="1941970"/>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Architecture evolved through necessity  </a:t>
          </a:r>
          <a:endParaRPr lang="en-US" sz="3200" kern="1200"/>
        </a:p>
      </dsp:txBody>
      <dsp:txXfrm>
        <a:off x="38381" y="1980351"/>
        <a:ext cx="10438838" cy="709478"/>
      </dsp:txXfrm>
    </dsp:sp>
    <dsp:sp modelId="{750B3D2F-610E-4816-884F-FFD1E45CA9D2}">
      <dsp:nvSpPr>
        <dsp:cNvPr id="0" name=""/>
        <dsp:cNvSpPr/>
      </dsp:nvSpPr>
      <dsp:spPr>
        <a:xfrm>
          <a:off x="0" y="2820370"/>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Now stable, scalable, and future-proof  </a:t>
          </a:r>
          <a:endParaRPr lang="en-US" sz="3200" kern="1200"/>
        </a:p>
      </dsp:txBody>
      <dsp:txXfrm>
        <a:off x="38381" y="2858751"/>
        <a:ext cx="10438838" cy="709478"/>
      </dsp:txXfrm>
    </dsp:sp>
    <dsp:sp modelId="{7FE32C52-1B1B-4525-A961-C57B6AC01096}">
      <dsp:nvSpPr>
        <dsp:cNvPr id="0" name=""/>
        <dsp:cNvSpPr/>
      </dsp:nvSpPr>
      <dsp:spPr>
        <a:xfrm>
          <a:off x="0" y="3698770"/>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Demonstrates deep technical leadership and adaptability</a:t>
          </a:r>
          <a:endParaRPr lang="en-US" sz="3200" kern="1200"/>
        </a:p>
      </dsp:txBody>
      <dsp:txXfrm>
        <a:off x="38381" y="3737151"/>
        <a:ext cx="10438838" cy="709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F47146-CA6F-4C6D-BE20-2154FEB94886}">
      <dsp:nvSpPr>
        <dsp:cNvPr id="0" name=""/>
        <dsp:cNvSpPr/>
      </dsp:nvSpPr>
      <dsp:spPr>
        <a:xfrm>
          <a:off x="0" y="80769"/>
          <a:ext cx="10515600" cy="12776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Millions of job seekers globally  </a:t>
          </a:r>
          <a:endParaRPr lang="en-US" sz="3200" kern="1200"/>
        </a:p>
      </dsp:txBody>
      <dsp:txXfrm>
        <a:off x="62369" y="143138"/>
        <a:ext cx="10390862" cy="1152902"/>
      </dsp:txXfrm>
    </dsp:sp>
    <dsp:sp modelId="{86B14710-7EC0-47A9-BBD2-D52F3C75E4F2}">
      <dsp:nvSpPr>
        <dsp:cNvPr id="0" name=""/>
        <dsp:cNvSpPr/>
      </dsp:nvSpPr>
      <dsp:spPr>
        <a:xfrm>
          <a:off x="0" y="1450569"/>
          <a:ext cx="10515600" cy="12776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Growing demand for AI career tools  </a:t>
          </a:r>
          <a:endParaRPr lang="en-US" sz="3200" kern="1200"/>
        </a:p>
      </dsp:txBody>
      <dsp:txXfrm>
        <a:off x="62369" y="1512938"/>
        <a:ext cx="10390862" cy="1152902"/>
      </dsp:txXfrm>
    </dsp:sp>
    <dsp:sp modelId="{8BA32007-F7B9-4AB7-9B9F-1EEE312C77CD}">
      <dsp:nvSpPr>
        <dsp:cNvPr id="0" name=""/>
        <dsp:cNvSpPr/>
      </dsp:nvSpPr>
      <dsp:spPr>
        <a:xfrm>
          <a:off x="0" y="2820370"/>
          <a:ext cx="10515600" cy="12776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B2C (job seekers) + B2B (recruiters, platforms) potential  </a:t>
          </a:r>
          <a:endParaRPr lang="en-US" sz="3200" kern="1200"/>
        </a:p>
      </dsp:txBody>
      <dsp:txXfrm>
        <a:off x="62369" y="2882739"/>
        <a:ext cx="10390862" cy="1152902"/>
      </dsp:txXfrm>
    </dsp:sp>
    <dsp:sp modelId="{63246068-4C75-4B4F-B718-46E8EF7D2082}">
      <dsp:nvSpPr>
        <dsp:cNvPr id="0" name=""/>
        <dsp:cNvSpPr/>
      </dsp:nvSpPr>
      <dsp:spPr>
        <a:xfrm>
          <a:off x="0" y="4190170"/>
          <a:ext cx="10515600" cy="12776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CareerPilot can plug into existing job boards, ATS systems, or resume builders</a:t>
          </a:r>
          <a:endParaRPr lang="en-US" sz="3200" kern="1200"/>
        </a:p>
      </dsp:txBody>
      <dsp:txXfrm>
        <a:off x="62369" y="4252539"/>
        <a:ext cx="10390862" cy="11529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A5D854-D4D0-4E2C-B692-CDB2053874E3}">
      <dsp:nvSpPr>
        <dsp:cNvPr id="0" name=""/>
        <dsp:cNvSpPr/>
      </dsp:nvSpPr>
      <dsp:spPr>
        <a:xfrm>
          <a:off x="0" y="71069"/>
          <a:ext cx="5811128" cy="13127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Freemium model for individuals  </a:t>
          </a:r>
          <a:endParaRPr lang="en-US" sz="3300" kern="1200"/>
        </a:p>
      </dsp:txBody>
      <dsp:txXfrm>
        <a:off x="64083" y="135152"/>
        <a:ext cx="5682962" cy="1184574"/>
      </dsp:txXfrm>
    </dsp:sp>
    <dsp:sp modelId="{C7B98C3B-36CD-44C0-BB44-8C3CB3944599}">
      <dsp:nvSpPr>
        <dsp:cNvPr id="0" name=""/>
        <dsp:cNvSpPr/>
      </dsp:nvSpPr>
      <dsp:spPr>
        <a:xfrm>
          <a:off x="0" y="1478849"/>
          <a:ext cx="5811128" cy="131274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Subscription for advanced features  </a:t>
          </a:r>
          <a:endParaRPr lang="en-US" sz="3300" kern="1200"/>
        </a:p>
      </dsp:txBody>
      <dsp:txXfrm>
        <a:off x="64083" y="1542932"/>
        <a:ext cx="5682962" cy="1184574"/>
      </dsp:txXfrm>
    </dsp:sp>
    <dsp:sp modelId="{7BD7AFB5-7FE6-4EC3-AC4F-3EFDAD313D23}">
      <dsp:nvSpPr>
        <dsp:cNvPr id="0" name=""/>
        <dsp:cNvSpPr/>
      </dsp:nvSpPr>
      <dsp:spPr>
        <a:xfrm>
          <a:off x="0" y="2886629"/>
          <a:ext cx="5811128" cy="131274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API licensing for platforms  </a:t>
          </a:r>
          <a:endParaRPr lang="en-US" sz="3300" kern="1200"/>
        </a:p>
      </dsp:txBody>
      <dsp:txXfrm>
        <a:off x="64083" y="2950712"/>
        <a:ext cx="5682962" cy="1184574"/>
      </dsp:txXfrm>
    </dsp:sp>
    <dsp:sp modelId="{48BC09F9-95AB-45A5-8772-D4913504F159}">
      <dsp:nvSpPr>
        <dsp:cNvPr id="0" name=""/>
        <dsp:cNvSpPr/>
      </dsp:nvSpPr>
      <dsp:spPr>
        <a:xfrm>
          <a:off x="0" y="4294409"/>
          <a:ext cx="5811128" cy="131274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GB" sz="3300" kern="1200"/>
            <a:t>Enterprise integrations for recruiters</a:t>
          </a:r>
          <a:endParaRPr lang="en-US" sz="3300" kern="1200"/>
        </a:p>
      </dsp:txBody>
      <dsp:txXfrm>
        <a:off x="64083" y="4358492"/>
        <a:ext cx="5682962" cy="11845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73AAC-BEC0-4FD7-9E89-D0F23DB53969}">
      <dsp:nvSpPr>
        <dsp:cNvPr id="0" name=""/>
        <dsp:cNvSpPr/>
      </dsp:nvSpPr>
      <dsp:spPr>
        <a:xfrm>
          <a:off x="2266768" y="717955"/>
          <a:ext cx="2492526" cy="12462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t>Resume.io, Rezi, Jobscan, etc.  </a:t>
          </a:r>
          <a:endParaRPr lang="en-US" sz="2700" kern="1200"/>
        </a:p>
      </dsp:txBody>
      <dsp:txXfrm>
        <a:off x="2303270" y="754457"/>
        <a:ext cx="2419522" cy="1173259"/>
      </dsp:txXfrm>
    </dsp:sp>
    <dsp:sp modelId="{7D9F6B48-A3A6-41E1-86A0-25002790A6D9}">
      <dsp:nvSpPr>
        <dsp:cNvPr id="0" name=""/>
        <dsp:cNvSpPr/>
      </dsp:nvSpPr>
      <dsp:spPr>
        <a:xfrm>
          <a:off x="2266768" y="2151158"/>
          <a:ext cx="2492526" cy="12462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t>CareerPilot differentiates via:</a:t>
          </a:r>
          <a:endParaRPr lang="en-US" sz="2700" kern="1200"/>
        </a:p>
      </dsp:txBody>
      <dsp:txXfrm>
        <a:off x="2303270" y="2187660"/>
        <a:ext cx="2419522" cy="1173259"/>
      </dsp:txXfrm>
    </dsp:sp>
    <dsp:sp modelId="{DA98349F-FB6D-4964-94ED-DB36DC0E751A}">
      <dsp:nvSpPr>
        <dsp:cNvPr id="0" name=""/>
        <dsp:cNvSpPr/>
      </dsp:nvSpPr>
      <dsp:spPr>
        <a:xfrm rot="17692822">
          <a:off x="4072928" y="1679173"/>
          <a:ext cx="2369743" cy="40429"/>
        </a:xfrm>
        <a:custGeom>
          <a:avLst/>
          <a:gdLst/>
          <a:ahLst/>
          <a:cxnLst/>
          <a:rect l="0" t="0" r="0" b="0"/>
          <a:pathLst>
            <a:path>
              <a:moveTo>
                <a:pt x="0" y="20214"/>
              </a:moveTo>
              <a:lnTo>
                <a:pt x="2369743"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5198556" y="1640144"/>
        <a:ext cx="118487" cy="118487"/>
      </dsp:txXfrm>
    </dsp:sp>
    <dsp:sp modelId="{0ADECC3B-BEC3-48E1-AD82-641A1A68C257}">
      <dsp:nvSpPr>
        <dsp:cNvPr id="0" name=""/>
        <dsp:cNvSpPr/>
      </dsp:nvSpPr>
      <dsp:spPr>
        <a:xfrm>
          <a:off x="5756305" y="1354"/>
          <a:ext cx="2492526" cy="12462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t>Deep JD understanding  </a:t>
          </a:r>
          <a:endParaRPr lang="en-US" sz="2700" kern="1200"/>
        </a:p>
      </dsp:txBody>
      <dsp:txXfrm>
        <a:off x="5792807" y="37856"/>
        <a:ext cx="2419522" cy="1173259"/>
      </dsp:txXfrm>
    </dsp:sp>
    <dsp:sp modelId="{86622B8B-9FE8-4A4C-B85F-74880F733AF4}">
      <dsp:nvSpPr>
        <dsp:cNvPr id="0" name=""/>
        <dsp:cNvSpPr/>
      </dsp:nvSpPr>
      <dsp:spPr>
        <a:xfrm rot="19457599">
          <a:off x="4643888" y="2395774"/>
          <a:ext cx="1227822" cy="40429"/>
        </a:xfrm>
        <a:custGeom>
          <a:avLst/>
          <a:gdLst/>
          <a:ahLst/>
          <a:cxnLst/>
          <a:rect l="0" t="0" r="0" b="0"/>
          <a:pathLst>
            <a:path>
              <a:moveTo>
                <a:pt x="0" y="20214"/>
              </a:moveTo>
              <a:lnTo>
                <a:pt x="1227822"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104" y="2385293"/>
        <a:ext cx="61391" cy="61391"/>
      </dsp:txXfrm>
    </dsp:sp>
    <dsp:sp modelId="{2A6AE5FC-F682-471A-9963-5DD327882923}">
      <dsp:nvSpPr>
        <dsp:cNvPr id="0" name=""/>
        <dsp:cNvSpPr/>
      </dsp:nvSpPr>
      <dsp:spPr>
        <a:xfrm>
          <a:off x="5756305" y="1434557"/>
          <a:ext cx="2492526" cy="12462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t>Personalized agent responses  </a:t>
          </a:r>
          <a:endParaRPr lang="en-US" sz="2700" kern="1200"/>
        </a:p>
      </dsp:txBody>
      <dsp:txXfrm>
        <a:off x="5792807" y="1471059"/>
        <a:ext cx="2419522" cy="1173259"/>
      </dsp:txXfrm>
    </dsp:sp>
    <dsp:sp modelId="{A5FEFAE8-D9E2-4913-96D9-A138D18BE523}">
      <dsp:nvSpPr>
        <dsp:cNvPr id="0" name=""/>
        <dsp:cNvSpPr/>
      </dsp:nvSpPr>
      <dsp:spPr>
        <a:xfrm rot="2142401">
          <a:off x="4643888" y="3112375"/>
          <a:ext cx="1227822" cy="40429"/>
        </a:xfrm>
        <a:custGeom>
          <a:avLst/>
          <a:gdLst/>
          <a:ahLst/>
          <a:cxnLst/>
          <a:rect l="0" t="0" r="0" b="0"/>
          <a:pathLst>
            <a:path>
              <a:moveTo>
                <a:pt x="0" y="20214"/>
              </a:moveTo>
              <a:lnTo>
                <a:pt x="1227822"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104" y="3101895"/>
        <a:ext cx="61391" cy="61391"/>
      </dsp:txXfrm>
    </dsp:sp>
    <dsp:sp modelId="{4B69FD97-16B6-44DC-A228-1762E061F1B3}">
      <dsp:nvSpPr>
        <dsp:cNvPr id="0" name=""/>
        <dsp:cNvSpPr/>
      </dsp:nvSpPr>
      <dsp:spPr>
        <a:xfrm>
          <a:off x="5756305" y="2867759"/>
          <a:ext cx="2492526" cy="12462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t>Transparent architecture  </a:t>
          </a:r>
          <a:endParaRPr lang="en-US" sz="2700" kern="1200"/>
        </a:p>
      </dsp:txBody>
      <dsp:txXfrm>
        <a:off x="5792807" y="2904261"/>
        <a:ext cx="2419522" cy="1173259"/>
      </dsp:txXfrm>
    </dsp:sp>
    <dsp:sp modelId="{346027CC-8230-4F94-8728-5469307FA775}">
      <dsp:nvSpPr>
        <dsp:cNvPr id="0" name=""/>
        <dsp:cNvSpPr/>
      </dsp:nvSpPr>
      <dsp:spPr>
        <a:xfrm rot="3907178">
          <a:off x="4072928" y="3828977"/>
          <a:ext cx="2369743" cy="40429"/>
        </a:xfrm>
        <a:custGeom>
          <a:avLst/>
          <a:gdLst/>
          <a:ahLst/>
          <a:cxnLst/>
          <a:rect l="0" t="0" r="0" b="0"/>
          <a:pathLst>
            <a:path>
              <a:moveTo>
                <a:pt x="0" y="20214"/>
              </a:moveTo>
              <a:lnTo>
                <a:pt x="2369743"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5198556" y="3789948"/>
        <a:ext cx="118487" cy="118487"/>
      </dsp:txXfrm>
    </dsp:sp>
    <dsp:sp modelId="{1FCDD811-4EC8-4F58-A34A-895D6536F579}">
      <dsp:nvSpPr>
        <dsp:cNvPr id="0" name=""/>
        <dsp:cNvSpPr/>
      </dsp:nvSpPr>
      <dsp:spPr>
        <a:xfrm>
          <a:off x="5756305" y="4300962"/>
          <a:ext cx="2492526" cy="124626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t>AI-powered knowledge graphs</a:t>
          </a:r>
          <a:endParaRPr lang="en-US" sz="2700" kern="1200"/>
        </a:p>
      </dsp:txBody>
      <dsp:txXfrm>
        <a:off x="5792807" y="4337464"/>
        <a:ext cx="2419522" cy="11732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9F31AC-F1A4-4764-AE51-6A72B0182F33}">
      <dsp:nvSpPr>
        <dsp:cNvPr id="0" name=""/>
        <dsp:cNvSpPr/>
      </dsp:nvSpPr>
      <dsp:spPr>
        <a:xfrm>
          <a:off x="4189809" y="97"/>
          <a:ext cx="2135981" cy="2135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a:t>MVP built and deployed  </a:t>
          </a:r>
          <a:endParaRPr lang="en-US" sz="1400" kern="1200"/>
        </a:p>
      </dsp:txBody>
      <dsp:txXfrm>
        <a:off x="4723804" y="97"/>
        <a:ext cx="1067991" cy="1762184"/>
      </dsp:txXfrm>
    </dsp:sp>
    <dsp:sp modelId="{B2B4836E-C1BF-4334-84D6-4322117792D7}">
      <dsp:nvSpPr>
        <dsp:cNvPr id="0" name=""/>
        <dsp:cNvSpPr/>
      </dsp:nvSpPr>
      <dsp:spPr>
        <a:xfrm rot="4320000">
          <a:off x="5983816" y="1303519"/>
          <a:ext cx="2135981" cy="2135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a:t>Resume analysis agent  </a:t>
          </a:r>
          <a:endParaRPr lang="en-US" sz="1400" kern="1200"/>
        </a:p>
      </dsp:txBody>
      <dsp:txXfrm rot="-5400000">
        <a:off x="6348466" y="1779759"/>
        <a:ext cx="1762184" cy="1067991"/>
      </dsp:txXfrm>
    </dsp:sp>
    <dsp:sp modelId="{8A287BB3-ABE0-48E6-9D79-A013C7A6EC16}">
      <dsp:nvSpPr>
        <dsp:cNvPr id="0" name=""/>
        <dsp:cNvSpPr/>
      </dsp:nvSpPr>
      <dsp:spPr>
        <a:xfrm rot="8640000">
          <a:off x="5298566" y="3412501"/>
          <a:ext cx="2135981" cy="2135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a:t>Vision model integration  </a:t>
          </a:r>
          <a:endParaRPr lang="en-US" sz="1400" kern="1200"/>
        </a:p>
      </dsp:txBody>
      <dsp:txXfrm rot="10800000">
        <a:off x="5942417" y="3750604"/>
        <a:ext cx="1067991" cy="1762184"/>
      </dsp:txXfrm>
    </dsp:sp>
    <dsp:sp modelId="{2305D6E8-C9CF-4CAB-AC42-02076997256C}">
      <dsp:nvSpPr>
        <dsp:cNvPr id="0" name=""/>
        <dsp:cNvSpPr/>
      </dsp:nvSpPr>
      <dsp:spPr>
        <a:xfrm rot="12960000">
          <a:off x="3081052" y="3412501"/>
          <a:ext cx="2135981" cy="2135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a:t>Chrome extension for job boards  </a:t>
          </a:r>
          <a:endParaRPr lang="en-US" sz="1400" kern="1200"/>
        </a:p>
      </dsp:txBody>
      <dsp:txXfrm rot="10800000">
        <a:off x="3505191" y="3750604"/>
        <a:ext cx="1067991" cy="1762184"/>
      </dsp:txXfrm>
    </dsp:sp>
    <dsp:sp modelId="{837F00CD-A95B-42DC-B981-B456BAD9564F}">
      <dsp:nvSpPr>
        <dsp:cNvPr id="0" name=""/>
        <dsp:cNvSpPr/>
      </dsp:nvSpPr>
      <dsp:spPr>
        <a:xfrm rot="17280000">
          <a:off x="2395802" y="1303519"/>
          <a:ext cx="2135981" cy="2135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a:t>Enterprise pilot with recruiters</a:t>
          </a:r>
          <a:endParaRPr lang="en-US" sz="1400" kern="1200"/>
        </a:p>
      </dsp:txBody>
      <dsp:txXfrm rot="5400000">
        <a:off x="2404950" y="1779759"/>
        <a:ext cx="1762184" cy="106799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3A33C-8E0E-41A3-8ABC-014571286BC8}">
      <dsp:nvSpPr>
        <dsp:cNvPr id="0" name=""/>
        <dsp:cNvSpPr/>
      </dsp:nvSpPr>
      <dsp:spPr>
        <a:xfrm>
          <a:off x="4151300" y="473"/>
          <a:ext cx="2212999" cy="2212999"/>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0">
          <a:noAutofit/>
        </a:bodyPr>
        <a:lstStyle/>
        <a:p>
          <a:pPr marL="0" lvl="0" indent="0" algn="l" defTabSz="444500">
            <a:lnSpc>
              <a:spcPct val="90000"/>
            </a:lnSpc>
            <a:spcBef>
              <a:spcPct val="0"/>
            </a:spcBef>
            <a:spcAft>
              <a:spcPct val="35000"/>
            </a:spcAft>
            <a:buNone/>
          </a:pPr>
          <a:r>
            <a:rPr lang="en-GB" sz="1000" kern="1200"/>
            <a:t>Niraj Kumar Adhikary </a:t>
          </a:r>
          <a:endParaRPr lang="en-US" sz="1000" kern="1200"/>
        </a:p>
        <a:p>
          <a:pPr marL="57150" lvl="1" indent="-57150" algn="l" defTabSz="355600">
            <a:lnSpc>
              <a:spcPct val="90000"/>
            </a:lnSpc>
            <a:spcBef>
              <a:spcPct val="0"/>
            </a:spcBef>
            <a:spcAft>
              <a:spcPct val="15000"/>
            </a:spcAft>
            <a:buChar char="•"/>
          </a:pPr>
          <a:r>
            <a:rPr lang="en-GB" sz="800" kern="1200"/>
            <a:t>Principal API Architect, 16+ years  </a:t>
          </a:r>
          <a:endParaRPr lang="en-US" sz="800" kern="1200"/>
        </a:p>
        <a:p>
          <a:pPr marL="57150" lvl="1" indent="-57150" algn="l" defTabSz="355600">
            <a:lnSpc>
              <a:spcPct val="90000"/>
            </a:lnSpc>
            <a:spcBef>
              <a:spcPct val="0"/>
            </a:spcBef>
            <a:spcAft>
              <a:spcPct val="15000"/>
            </a:spcAft>
            <a:buChar char="•"/>
          </a:pPr>
          <a:r>
            <a:rPr lang="en-GB" sz="800" kern="1200"/>
            <a:t>Deep expertise in cloud-native systems, security, and AI integration  </a:t>
          </a:r>
          <a:endParaRPr lang="en-US" sz="800" kern="1200"/>
        </a:p>
        <a:p>
          <a:pPr marL="57150" lvl="1" indent="-57150" algn="l" defTabSz="355600">
            <a:lnSpc>
              <a:spcPct val="90000"/>
            </a:lnSpc>
            <a:spcBef>
              <a:spcPct val="0"/>
            </a:spcBef>
            <a:spcAft>
              <a:spcPct val="15000"/>
            </a:spcAft>
            <a:buChar char="•"/>
          </a:pPr>
          <a:r>
            <a:rPr lang="en-GB" sz="800" kern="1200"/>
            <a:t>Proven track record of solving complex infra and API challenges</a:t>
          </a:r>
          <a:endParaRPr lang="en-US" sz="800" kern="1200"/>
        </a:p>
      </dsp:txBody>
      <dsp:txXfrm>
        <a:off x="4704550" y="473"/>
        <a:ext cx="1106499" cy="1825724"/>
      </dsp:txXfrm>
    </dsp:sp>
    <dsp:sp modelId="{5F2BB403-43E7-40F8-8275-F938875CFD20}">
      <dsp:nvSpPr>
        <dsp:cNvPr id="0" name=""/>
        <dsp:cNvSpPr/>
      </dsp:nvSpPr>
      <dsp:spPr>
        <a:xfrm rot="5400000">
          <a:off x="5818616" y="1667790"/>
          <a:ext cx="2212999" cy="2212999"/>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0">
          <a:noAutofit/>
        </a:bodyPr>
        <a:lstStyle/>
        <a:p>
          <a:pPr marL="0" lvl="0" indent="0" algn="l" defTabSz="444500">
            <a:lnSpc>
              <a:spcPct val="90000"/>
            </a:lnSpc>
            <a:spcBef>
              <a:spcPct val="0"/>
            </a:spcBef>
            <a:spcAft>
              <a:spcPct val="35000"/>
            </a:spcAft>
            <a:buNone/>
          </a:pPr>
          <a:r>
            <a:rPr lang="en-GB" sz="1000" kern="1200"/>
            <a:t>Allah Nawaz</a:t>
          </a:r>
          <a:endParaRPr lang="en-US" sz="1000" kern="1200"/>
        </a:p>
        <a:p>
          <a:pPr marL="57150" lvl="1" indent="-57150" algn="l" defTabSz="355600">
            <a:lnSpc>
              <a:spcPct val="90000"/>
            </a:lnSpc>
            <a:spcBef>
              <a:spcPct val="0"/>
            </a:spcBef>
            <a:spcAft>
              <a:spcPct val="15000"/>
            </a:spcAft>
            <a:buChar char="•"/>
          </a:pPr>
          <a:r>
            <a:rPr lang="en-GB" sz="800" kern="1200"/>
            <a:t>Software Developer</a:t>
          </a:r>
          <a:endParaRPr lang="en-US" sz="800" kern="1200"/>
        </a:p>
      </dsp:txBody>
      <dsp:txXfrm rot="-5400000">
        <a:off x="6205892" y="2221040"/>
        <a:ext cx="1825724" cy="1106499"/>
      </dsp:txXfrm>
    </dsp:sp>
    <dsp:sp modelId="{44F9A849-46D9-439D-8EC7-280073B068E3}">
      <dsp:nvSpPr>
        <dsp:cNvPr id="0" name=""/>
        <dsp:cNvSpPr/>
      </dsp:nvSpPr>
      <dsp:spPr>
        <a:xfrm rot="10800000">
          <a:off x="4151300" y="3335106"/>
          <a:ext cx="2212999" cy="2212999"/>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0">
          <a:noAutofit/>
        </a:bodyPr>
        <a:lstStyle/>
        <a:p>
          <a:pPr marL="0" lvl="0" indent="0" algn="l" defTabSz="444500">
            <a:lnSpc>
              <a:spcPct val="90000"/>
            </a:lnSpc>
            <a:spcBef>
              <a:spcPct val="0"/>
            </a:spcBef>
            <a:spcAft>
              <a:spcPct val="35000"/>
            </a:spcAft>
            <a:buNone/>
          </a:pPr>
          <a:r>
            <a:rPr lang="en-GB" sz="1000" kern="1200"/>
            <a:t>Zain Ul Abideen</a:t>
          </a:r>
          <a:endParaRPr lang="en-US" sz="1000" kern="1200"/>
        </a:p>
        <a:p>
          <a:pPr marL="57150" lvl="1" indent="-57150" algn="l" defTabSz="355600">
            <a:lnSpc>
              <a:spcPct val="90000"/>
            </a:lnSpc>
            <a:spcBef>
              <a:spcPct val="0"/>
            </a:spcBef>
            <a:spcAft>
              <a:spcPct val="15000"/>
            </a:spcAft>
            <a:buChar char="•"/>
          </a:pPr>
          <a:r>
            <a:rPr lang="en-GB" sz="800" kern="1200"/>
            <a:t>Software Developer</a:t>
          </a:r>
          <a:endParaRPr lang="en-US" sz="800" kern="1200"/>
        </a:p>
      </dsp:txBody>
      <dsp:txXfrm rot="10800000">
        <a:off x="4704550" y="3722381"/>
        <a:ext cx="1106499" cy="1825724"/>
      </dsp:txXfrm>
    </dsp:sp>
    <dsp:sp modelId="{CB5F1240-6F93-40CC-B3DE-6A2B6023B3FF}">
      <dsp:nvSpPr>
        <dsp:cNvPr id="0" name=""/>
        <dsp:cNvSpPr/>
      </dsp:nvSpPr>
      <dsp:spPr>
        <a:xfrm rot="16200000">
          <a:off x="2483983" y="1667790"/>
          <a:ext cx="2212999" cy="2212999"/>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t" anchorCtr="0">
          <a:noAutofit/>
        </a:bodyPr>
        <a:lstStyle/>
        <a:p>
          <a:pPr marL="0" lvl="0" indent="0" algn="l" defTabSz="444500">
            <a:lnSpc>
              <a:spcPct val="90000"/>
            </a:lnSpc>
            <a:spcBef>
              <a:spcPct val="0"/>
            </a:spcBef>
            <a:spcAft>
              <a:spcPct val="35000"/>
            </a:spcAft>
            <a:buNone/>
          </a:pPr>
          <a:r>
            <a:rPr lang="en-GB" sz="1000" kern="1200"/>
            <a:t>Sadia Cheema</a:t>
          </a:r>
          <a:endParaRPr lang="en-US" sz="1000" kern="1200"/>
        </a:p>
        <a:p>
          <a:pPr marL="57150" lvl="1" indent="-57150" algn="l" defTabSz="355600">
            <a:lnSpc>
              <a:spcPct val="90000"/>
            </a:lnSpc>
            <a:spcBef>
              <a:spcPct val="0"/>
            </a:spcBef>
            <a:spcAft>
              <a:spcPct val="15000"/>
            </a:spcAft>
            <a:buChar char="•"/>
          </a:pPr>
          <a:r>
            <a:rPr lang="en-GB" sz="800" kern="1200"/>
            <a:t>QA</a:t>
          </a:r>
          <a:endParaRPr lang="en-US" sz="800" kern="1200"/>
        </a:p>
      </dsp:txBody>
      <dsp:txXfrm rot="5400000">
        <a:off x="2483984" y="2221040"/>
        <a:ext cx="1825724" cy="11064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D14DAB-6D95-4FC6-80C8-8CE9F0FD91F1}">
      <dsp:nvSpPr>
        <dsp:cNvPr id="0" name=""/>
        <dsp:cNvSpPr/>
      </dsp:nvSpPr>
      <dsp:spPr>
        <a:xfrm>
          <a:off x="0" y="60406"/>
          <a:ext cx="6666833" cy="83845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Seeking strategic partners and funding to:</a:t>
          </a:r>
          <a:endParaRPr lang="en-US" sz="2100" kern="1200"/>
        </a:p>
      </dsp:txBody>
      <dsp:txXfrm>
        <a:off x="40930" y="101336"/>
        <a:ext cx="6584973" cy="756591"/>
      </dsp:txXfrm>
    </dsp:sp>
    <dsp:sp modelId="{F6207B35-3DAB-4211-A1CE-46A07CD95BB0}">
      <dsp:nvSpPr>
        <dsp:cNvPr id="0" name=""/>
        <dsp:cNvSpPr/>
      </dsp:nvSpPr>
      <dsp:spPr>
        <a:xfrm>
          <a:off x="0" y="959337"/>
          <a:ext cx="6666833" cy="838451"/>
        </a:xfrm>
        <a:prstGeom prst="roundRect">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Scale infrastructure  </a:t>
          </a:r>
          <a:endParaRPr lang="en-US" sz="2100" kern="1200"/>
        </a:p>
      </dsp:txBody>
      <dsp:txXfrm>
        <a:off x="40930" y="1000267"/>
        <a:ext cx="6584973" cy="756591"/>
      </dsp:txXfrm>
    </dsp:sp>
    <dsp:sp modelId="{563BD6AD-41A0-4591-894C-A778DE4E2FAE}">
      <dsp:nvSpPr>
        <dsp:cNvPr id="0" name=""/>
        <dsp:cNvSpPr/>
      </dsp:nvSpPr>
      <dsp:spPr>
        <a:xfrm>
          <a:off x="0" y="1858268"/>
          <a:ext cx="6666833" cy="838451"/>
        </a:xfrm>
        <a:prstGeom prst="round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Expand feature set  </a:t>
          </a:r>
          <a:endParaRPr lang="en-US" sz="2100" kern="1200"/>
        </a:p>
      </dsp:txBody>
      <dsp:txXfrm>
        <a:off x="40930" y="1899198"/>
        <a:ext cx="6584973" cy="756591"/>
      </dsp:txXfrm>
    </dsp:sp>
    <dsp:sp modelId="{7878EF2D-F2B2-439A-94A1-76EC5E4A74AC}">
      <dsp:nvSpPr>
        <dsp:cNvPr id="0" name=""/>
        <dsp:cNvSpPr/>
      </dsp:nvSpPr>
      <dsp:spPr>
        <a:xfrm>
          <a:off x="0" y="2757199"/>
          <a:ext cx="6666833" cy="838451"/>
        </a:xfrm>
        <a:prstGeom prst="roundRect">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Launch B2B integrations  </a:t>
          </a:r>
          <a:endParaRPr lang="en-US" sz="2100" kern="1200"/>
        </a:p>
      </dsp:txBody>
      <dsp:txXfrm>
        <a:off x="40930" y="2798129"/>
        <a:ext cx="6584973" cy="756591"/>
      </dsp:txXfrm>
    </dsp:sp>
    <dsp:sp modelId="{FE8767B3-3708-4959-90A8-79847D1EF8E5}">
      <dsp:nvSpPr>
        <dsp:cNvPr id="0" name=""/>
        <dsp:cNvSpPr/>
      </dsp:nvSpPr>
      <dsp:spPr>
        <a:xfrm>
          <a:off x="0" y="3656131"/>
          <a:ext cx="6666833" cy="838451"/>
        </a:xfrm>
        <a:prstGeom prst="roundRect">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Grow user base  </a:t>
          </a:r>
          <a:endParaRPr lang="en-US" sz="2100" kern="1200"/>
        </a:p>
      </dsp:txBody>
      <dsp:txXfrm>
        <a:off x="40930" y="3697061"/>
        <a:ext cx="6584973" cy="756591"/>
      </dsp:txXfrm>
    </dsp:sp>
    <dsp:sp modelId="{62F6A126-AD78-45CF-BC3C-856475284C2C}">
      <dsp:nvSpPr>
        <dsp:cNvPr id="0" name=""/>
        <dsp:cNvSpPr/>
      </dsp:nvSpPr>
      <dsp:spPr>
        <a:xfrm>
          <a:off x="0" y="4555062"/>
          <a:ext cx="6666833" cy="838451"/>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Open to grants, angel investment, or platform partnerships</a:t>
          </a:r>
          <a:endParaRPr lang="en-US" sz="2100" kern="1200"/>
        </a:p>
      </dsp:txBody>
      <dsp:txXfrm>
        <a:off x="40930" y="4595992"/>
        <a:ext cx="6584973" cy="75659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AFAC74-9041-4E42-9579-8F73D33B8B7C}">
      <dsp:nvSpPr>
        <dsp:cNvPr id="0" name=""/>
        <dsp:cNvSpPr/>
      </dsp:nvSpPr>
      <dsp:spPr>
        <a:xfrm>
          <a:off x="0" y="270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242F96-4B67-4191-AB84-326783B845B5}">
      <dsp:nvSpPr>
        <dsp:cNvPr id="0" name=""/>
        <dsp:cNvSpPr/>
      </dsp:nvSpPr>
      <dsp:spPr>
        <a:xfrm>
          <a:off x="0" y="2709"/>
          <a:ext cx="10515600" cy="923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Niraj Kumar Adhikary (</a:t>
          </a:r>
          <a:r>
            <a:rPr lang="en-GB" sz="2200" kern="1200">
              <a:hlinkClick xmlns:r="http://schemas.openxmlformats.org/officeDocument/2006/relationships" r:id="rId1"/>
            </a:rPr>
            <a:t>niky.sway@gmail.com</a:t>
          </a:r>
          <a:r>
            <a:rPr lang="en-GB" sz="2200" kern="1200"/>
            <a:t> )(</a:t>
          </a:r>
          <a:r>
            <a:rPr lang="en-GB" sz="2200" kern="1200">
              <a:hlinkClick xmlns:r="http://schemas.openxmlformats.org/officeDocument/2006/relationships" r:id="rId2"/>
            </a:rPr>
            <a:t>https://www.linkedin.com/in/nirajadhikary/</a:t>
          </a:r>
          <a:r>
            <a:rPr lang="en-GB" sz="2200" kern="1200"/>
            <a:t> )  (</a:t>
          </a:r>
          <a:r>
            <a:rPr lang="en-GB" sz="2200" kern="1200">
              <a:hlinkClick xmlns:r="http://schemas.openxmlformats.org/officeDocument/2006/relationships" r:id="rId3"/>
            </a:rPr>
            <a:t>https://github.com/nirajmind</a:t>
          </a:r>
          <a:r>
            <a:rPr lang="en-GB" sz="2200" kern="1200"/>
            <a:t> )</a:t>
          </a:r>
          <a:endParaRPr lang="en-US" sz="2200" kern="1200"/>
        </a:p>
      </dsp:txBody>
      <dsp:txXfrm>
        <a:off x="0" y="2709"/>
        <a:ext cx="10515600" cy="923860"/>
      </dsp:txXfrm>
    </dsp:sp>
    <dsp:sp modelId="{6F4E7291-2F82-44B8-B041-F5593ACBB78A}">
      <dsp:nvSpPr>
        <dsp:cNvPr id="0" name=""/>
        <dsp:cNvSpPr/>
      </dsp:nvSpPr>
      <dsp:spPr>
        <a:xfrm>
          <a:off x="0" y="9265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48C7B-DA91-471D-8E4A-4023FEDFD95C}">
      <dsp:nvSpPr>
        <dsp:cNvPr id="0" name=""/>
        <dsp:cNvSpPr/>
      </dsp:nvSpPr>
      <dsp:spPr>
        <a:xfrm>
          <a:off x="0" y="926569"/>
          <a:ext cx="10515600" cy="923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Allah Nawaz(</a:t>
          </a:r>
          <a:r>
            <a:rPr lang="en-GB" sz="2200" kern="1200">
              <a:hlinkClick xmlns:r="http://schemas.openxmlformats.org/officeDocument/2006/relationships" r:id="rId4"/>
            </a:rPr>
            <a:t>allahnawaz106@gmail.com</a:t>
          </a:r>
          <a:r>
            <a:rPr lang="en-GB" sz="2200" kern="1200"/>
            <a:t> ) (</a:t>
          </a:r>
          <a:r>
            <a:rPr lang="en-GB" sz="2200" kern="1200">
              <a:hlinkClick xmlns:r="http://schemas.openxmlformats.org/officeDocument/2006/relationships" r:id="rId5"/>
            </a:rPr>
            <a:t>https://www.linkedin.com/in/allahnawaz01/</a:t>
          </a:r>
          <a:r>
            <a:rPr lang="en-GB" sz="2200" kern="1200"/>
            <a:t> ) (</a:t>
          </a:r>
          <a:r>
            <a:rPr lang="en-GB" sz="2200" kern="1200">
              <a:hlinkClick xmlns:r="http://schemas.openxmlformats.org/officeDocument/2006/relationships" r:id="rId6"/>
            </a:rPr>
            <a:t>https://github.com/allah-nawaz</a:t>
          </a:r>
          <a:r>
            <a:rPr lang="en-GB" sz="2200" kern="1200"/>
            <a:t> )</a:t>
          </a:r>
          <a:endParaRPr lang="en-US" sz="2200" kern="1200"/>
        </a:p>
      </dsp:txBody>
      <dsp:txXfrm>
        <a:off x="0" y="926569"/>
        <a:ext cx="10515600" cy="923860"/>
      </dsp:txXfrm>
    </dsp:sp>
    <dsp:sp modelId="{1DD67F97-A206-49A7-B7F1-B16BABD0DE6D}">
      <dsp:nvSpPr>
        <dsp:cNvPr id="0" name=""/>
        <dsp:cNvSpPr/>
      </dsp:nvSpPr>
      <dsp:spPr>
        <a:xfrm>
          <a:off x="0" y="185042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54AF12-DDF7-40F1-AC47-85B93DF2B50A}">
      <dsp:nvSpPr>
        <dsp:cNvPr id="0" name=""/>
        <dsp:cNvSpPr/>
      </dsp:nvSpPr>
      <dsp:spPr>
        <a:xfrm>
          <a:off x="0" y="1850429"/>
          <a:ext cx="10515600" cy="923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Zain Ul Abideen (</a:t>
          </a:r>
          <a:r>
            <a:rPr lang="en-GB" sz="2200" kern="1200">
              <a:hlinkClick xmlns:r="http://schemas.openxmlformats.org/officeDocument/2006/relationships" r:id="rId7"/>
            </a:rPr>
            <a:t>malikzainulabideen.691@gmail.com</a:t>
          </a:r>
          <a:r>
            <a:rPr lang="en-GB" sz="2200" kern="1200"/>
            <a:t> ) (</a:t>
          </a:r>
          <a:r>
            <a:rPr lang="en-GB" sz="2200" kern="1200">
              <a:hlinkClick xmlns:r="http://schemas.openxmlformats.org/officeDocument/2006/relationships" r:id="rId8"/>
            </a:rPr>
            <a:t>https://www.linkedin.com/in/zainwebdev/</a:t>
          </a:r>
          <a:r>
            <a:rPr lang="en-GB" sz="2200" kern="1200"/>
            <a:t> ) (</a:t>
          </a:r>
          <a:r>
            <a:rPr lang="en-GB" sz="2200" kern="1200">
              <a:hlinkClick xmlns:r="http://schemas.openxmlformats.org/officeDocument/2006/relationships" r:id="rId9"/>
            </a:rPr>
            <a:t>https://github.com/ZainDev69</a:t>
          </a:r>
          <a:r>
            <a:rPr lang="en-GB" sz="2200" kern="1200"/>
            <a:t> )</a:t>
          </a:r>
          <a:endParaRPr lang="en-US" sz="2200" kern="1200"/>
        </a:p>
      </dsp:txBody>
      <dsp:txXfrm>
        <a:off x="0" y="1850429"/>
        <a:ext cx="10515600" cy="923860"/>
      </dsp:txXfrm>
    </dsp:sp>
    <dsp:sp modelId="{8C0F2ED5-8DDB-4862-86F8-81D5EE4E3B88}">
      <dsp:nvSpPr>
        <dsp:cNvPr id="0" name=""/>
        <dsp:cNvSpPr/>
      </dsp:nvSpPr>
      <dsp:spPr>
        <a:xfrm>
          <a:off x="0" y="277429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3569DD-B35C-4FD9-AE80-0DBC1586391D}">
      <dsp:nvSpPr>
        <dsp:cNvPr id="0" name=""/>
        <dsp:cNvSpPr/>
      </dsp:nvSpPr>
      <dsp:spPr>
        <a:xfrm>
          <a:off x="0" y="2774290"/>
          <a:ext cx="10515600" cy="923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Sadia Cheema (</a:t>
          </a:r>
          <a:r>
            <a:rPr lang="en-GB" sz="2200" kern="1200">
              <a:hlinkClick xmlns:r="http://schemas.openxmlformats.org/officeDocument/2006/relationships" r:id="rId10"/>
            </a:rPr>
            <a:t>saadiyaharif1@gmail.com</a:t>
          </a:r>
          <a:r>
            <a:rPr lang="en-GB" sz="2200" kern="1200"/>
            <a:t> ) (</a:t>
          </a:r>
          <a:r>
            <a:rPr lang="en-GB" sz="2200" kern="1200">
              <a:hlinkClick xmlns:r="http://schemas.openxmlformats.org/officeDocument/2006/relationships" r:id="rId11"/>
            </a:rPr>
            <a:t>https://www.linkedin.com/in/sadiaarif/</a:t>
          </a:r>
          <a:r>
            <a:rPr lang="en-GB" sz="2200" kern="1200"/>
            <a:t> )  (</a:t>
          </a:r>
          <a:r>
            <a:rPr lang="en-GB" sz="2200" kern="1200">
              <a:hlinkClick xmlns:r="http://schemas.openxmlformats.org/officeDocument/2006/relationships" r:id="rId12"/>
            </a:rPr>
            <a:t>https://github.com/saadiyaharif</a:t>
          </a:r>
          <a:r>
            <a:rPr lang="en-GB" sz="2200" kern="1200"/>
            <a:t> )</a:t>
          </a:r>
          <a:endParaRPr lang="en-US" sz="2200" kern="1200"/>
        </a:p>
      </dsp:txBody>
      <dsp:txXfrm>
        <a:off x="0" y="2774290"/>
        <a:ext cx="10515600" cy="923860"/>
      </dsp:txXfrm>
    </dsp:sp>
    <dsp:sp modelId="{4058C48D-6FC8-41B2-9E1E-5D2E1D90168C}">
      <dsp:nvSpPr>
        <dsp:cNvPr id="0" name=""/>
        <dsp:cNvSpPr/>
      </dsp:nvSpPr>
      <dsp:spPr>
        <a:xfrm>
          <a:off x="0" y="369815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D825EA-CD87-4EED-8E46-16977D11B92B}">
      <dsp:nvSpPr>
        <dsp:cNvPr id="0" name=""/>
        <dsp:cNvSpPr/>
      </dsp:nvSpPr>
      <dsp:spPr>
        <a:xfrm>
          <a:off x="0" y="3698150"/>
          <a:ext cx="10515600" cy="923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 Medium blog link  - </a:t>
          </a:r>
          <a:r>
            <a:rPr lang="en-GB" sz="2200" kern="1200">
              <a:hlinkClick xmlns:r="http://schemas.openxmlformats.org/officeDocument/2006/relationships" r:id="rId13"/>
            </a:rPr>
            <a:t>https://medium.com/@nirajmind/when-gemini-blocked-my-singapore-vm-a-real-world-journey-through-k3s-cloud-run-proxies-ai-f95846b93566</a:t>
          </a:r>
          <a:r>
            <a:rPr lang="en-GB" sz="2200" kern="1200"/>
            <a:t> </a:t>
          </a:r>
          <a:endParaRPr lang="en-US" sz="2200" kern="1200"/>
        </a:p>
      </dsp:txBody>
      <dsp:txXfrm>
        <a:off x="0" y="3698150"/>
        <a:ext cx="10515600" cy="923860"/>
      </dsp:txXfrm>
    </dsp:sp>
    <dsp:sp modelId="{807A5374-C20F-41A6-919C-32AD9EA587C3}">
      <dsp:nvSpPr>
        <dsp:cNvPr id="0" name=""/>
        <dsp:cNvSpPr/>
      </dsp:nvSpPr>
      <dsp:spPr>
        <a:xfrm>
          <a:off x="0" y="462201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264066-EA57-460D-B1EC-8C5A472875C0}">
      <dsp:nvSpPr>
        <dsp:cNvPr id="0" name=""/>
        <dsp:cNvSpPr/>
      </dsp:nvSpPr>
      <dsp:spPr>
        <a:xfrm>
          <a:off x="0" y="4622010"/>
          <a:ext cx="10515600" cy="923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Live Link  -- </a:t>
          </a:r>
          <a:r>
            <a:rPr lang="en-GB" sz="2200" kern="1200">
              <a:hlinkClick xmlns:r="http://schemas.openxmlformats.org/officeDocument/2006/relationships" r:id="rId14"/>
            </a:rPr>
            <a:t>https://careerpilot.chickenkiller.com/</a:t>
          </a:r>
          <a:r>
            <a:rPr lang="en-GB" sz="2200" kern="1200"/>
            <a:t> </a:t>
          </a:r>
          <a:endParaRPr lang="en-US" sz="2200" kern="1200"/>
        </a:p>
      </dsp:txBody>
      <dsp:txXfrm>
        <a:off x="0" y="4622010"/>
        <a:ext cx="10515600" cy="92386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75C42-811C-4A8A-B636-FEF18807EBE6}" type="datetimeFigureOut">
              <a:rPr lang="en-AE" smtClean="0"/>
              <a:t>29/01/2026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734136-F74E-41F9-B6D4-6183C1578166}" type="slidenum">
              <a:rPr lang="en-AE" smtClean="0"/>
              <a:t>‹#›</a:t>
            </a:fld>
            <a:endParaRPr lang="en-AE"/>
          </a:p>
        </p:txBody>
      </p:sp>
    </p:spTree>
    <p:extLst>
      <p:ext uri="{BB962C8B-B14F-4D97-AF65-F5344CB8AC3E}">
        <p14:creationId xmlns:p14="http://schemas.microsoft.com/office/powerpoint/2010/main" val="1927483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Image source: AI-generated</a:t>
            </a:r>
          </a:p>
        </p:txBody>
      </p:sp>
      <p:sp>
        <p:nvSpPr>
          <p:cNvPr id="4" name="Slide Number Placeholder 3"/>
          <p:cNvSpPr>
            <a:spLocks noGrp="1"/>
          </p:cNvSpPr>
          <p:nvPr>
            <p:ph type="sldNum" sz="quarter" idx="5"/>
          </p:nvPr>
        </p:nvSpPr>
        <p:spPr/>
        <p:txBody>
          <a:bodyPr/>
          <a:lstStyle/>
          <a:p>
            <a:fld id="{04746E61-05B4-451A-9062-29732ECEB550}" type="slidenum">
              <a:rPr lang="en-AE" smtClean="0"/>
              <a:t>1</a:t>
            </a:fld>
            <a:endParaRPr lang="en-AE"/>
          </a:p>
        </p:txBody>
      </p:sp>
    </p:spTree>
    <p:extLst>
      <p:ext uri="{BB962C8B-B14F-4D97-AF65-F5344CB8AC3E}">
        <p14:creationId xmlns:p14="http://schemas.microsoft.com/office/powerpoint/2010/main" val="3182803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The History and Impact of Automated Resume Matching in Career Technology
 Case Study: CareerPilot's Technical Evolution and Impact 
 Image source: AI-generated</a:t>
            </a:r>
          </a:p>
        </p:txBody>
      </p:sp>
      <p:sp>
        <p:nvSpPr>
          <p:cNvPr id="4" name="Slide Number Placeholder 3"/>
          <p:cNvSpPr>
            <a:spLocks noGrp="1"/>
          </p:cNvSpPr>
          <p:nvPr>
            <p:ph type="sldNum" sz="quarter" idx="5"/>
          </p:nvPr>
        </p:nvSpPr>
        <p:spPr/>
        <p:txBody>
          <a:bodyPr/>
          <a:lstStyle/>
          <a:p>
            <a:fld id="{04746E61-05B4-451A-9062-29732ECEB550}" type="slidenum">
              <a:rPr lang="en-AE" smtClean="0"/>
              <a:t>2</a:t>
            </a:fld>
            <a:endParaRPr lang="en-AE"/>
          </a:p>
        </p:txBody>
      </p:sp>
    </p:spTree>
    <p:extLst>
      <p:ext uri="{BB962C8B-B14F-4D97-AF65-F5344CB8AC3E}">
        <p14:creationId xmlns:p14="http://schemas.microsoft.com/office/powerpoint/2010/main" val="1869180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The Evolution of Resume and Job Description Matching Technologies, How AI Transforms Career Guidance: From Rule-Based Systems to Human-Like Assistance</a:t>
            </a:r>
          </a:p>
        </p:txBody>
      </p:sp>
      <p:sp>
        <p:nvSpPr>
          <p:cNvPr id="4" name="Slide Number Placeholder 3"/>
          <p:cNvSpPr>
            <a:spLocks noGrp="1"/>
          </p:cNvSpPr>
          <p:nvPr>
            <p:ph type="sldNum" sz="quarter" idx="5"/>
          </p:nvPr>
        </p:nvSpPr>
        <p:spPr/>
        <p:txBody>
          <a:bodyPr/>
          <a:lstStyle/>
          <a:p>
            <a:fld id="{04746E61-05B4-451A-9062-29732ECEB550}" type="slidenum">
              <a:rPr lang="en-AE" smtClean="0"/>
              <a:t>3</a:t>
            </a:fld>
            <a:endParaRPr lang="en-AE"/>
          </a:p>
        </p:txBody>
      </p:sp>
    </p:spTree>
    <p:extLst>
      <p:ext uri="{BB962C8B-B14F-4D97-AF65-F5344CB8AC3E}">
        <p14:creationId xmlns:p14="http://schemas.microsoft.com/office/powerpoint/2010/main" val="764483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Automated matching technology began in the 1990s with basic keyword matching algorithms, allowing early applicant tracking systems (ATS) to filter resumes based on simple text queries. Over time, advances in natural language processing (NLP) and machine learning enabled more sophisticated semantic matching, moving beyond keyword frequency toward understanding context and intent. Today, resume matching systems can parse candidates' skills, experience, and education with high accuracy, improving recruiter efficiency and candidate screening speed. Industry adoption has grown rapidly, with reports indicating that over 98% of Fortune 500 companies use some form of ATS, which often incorporates these matching technologies. 
 Image source: AI-generated</a:t>
            </a:r>
          </a:p>
        </p:txBody>
      </p:sp>
      <p:sp>
        <p:nvSpPr>
          <p:cNvPr id="4" name="Slide Number Placeholder 3"/>
          <p:cNvSpPr>
            <a:spLocks noGrp="1"/>
          </p:cNvSpPr>
          <p:nvPr>
            <p:ph type="sldNum" sz="quarter" idx="5"/>
          </p:nvPr>
        </p:nvSpPr>
        <p:spPr/>
        <p:txBody>
          <a:bodyPr/>
          <a:lstStyle/>
          <a:p>
            <a:fld id="{04746E61-05B4-451A-9062-29732ECEB550}" type="slidenum">
              <a:rPr lang="en-AE" smtClean="0"/>
              <a:t>4</a:t>
            </a:fld>
            <a:endParaRPr lang="en-AE"/>
          </a:p>
        </p:txBody>
      </p:sp>
    </p:spTree>
    <p:extLst>
      <p:ext uri="{BB962C8B-B14F-4D97-AF65-F5344CB8AC3E}">
        <p14:creationId xmlns:p14="http://schemas.microsoft.com/office/powerpoint/2010/main" val="3237802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920CE-7D3B-3528-1EEB-1C45B0C0E3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374A427F-4A40-CAFB-2F21-18CEEF8549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9060B5CC-8AA8-01EE-92C6-49ACD3FD3D0A}"/>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5" name="Footer Placeholder 4">
            <a:extLst>
              <a:ext uri="{FF2B5EF4-FFF2-40B4-BE49-F238E27FC236}">
                <a16:creationId xmlns:a16="http://schemas.microsoft.com/office/drawing/2014/main" id="{0FE64EA0-2F99-453D-25A6-432881B11DE5}"/>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6F39A3C1-3EBA-9AC4-793C-82C14BC0ABA4}"/>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433013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9B26-31DE-587E-1F50-F0438C357E4E}"/>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F64421B0-2D66-9E0C-24C0-E410A99AC8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42E9A791-90CF-D1D7-C789-AFACAD84164D}"/>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5" name="Footer Placeholder 4">
            <a:extLst>
              <a:ext uri="{FF2B5EF4-FFF2-40B4-BE49-F238E27FC236}">
                <a16:creationId xmlns:a16="http://schemas.microsoft.com/office/drawing/2014/main" id="{683A94E0-F08D-837C-9A4D-A9A1819B670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52213EFE-6B41-9401-FB11-AFFF55A3412D}"/>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2644162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BF0A8-32E6-CCB5-CC62-DAD1C980F4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62BAA0FB-5AA7-EC95-BD71-B62BE15D90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519748-E439-EFBE-76C6-2FDF3ACD6C02}"/>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5" name="Footer Placeholder 4">
            <a:extLst>
              <a:ext uri="{FF2B5EF4-FFF2-40B4-BE49-F238E27FC236}">
                <a16:creationId xmlns:a16="http://schemas.microsoft.com/office/drawing/2014/main" id="{CC7B97F0-5D85-D901-B70C-CF97AB02EFC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D34618B7-8F99-050E-31BC-9AF6C1938422}"/>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288075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9DC29-1B33-C61F-B7E2-8E30D4FE66A1}"/>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E9D94473-257D-6012-759D-2DB6BFCCC8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CE5616CA-5A11-400A-4D83-DA599BD497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6B10A329-A1F1-BFC5-8DCE-882E6F076F2C}"/>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6" name="Footer Placeholder 5">
            <a:extLst>
              <a:ext uri="{FF2B5EF4-FFF2-40B4-BE49-F238E27FC236}">
                <a16:creationId xmlns:a16="http://schemas.microsoft.com/office/drawing/2014/main" id="{CF4DE0C6-8D5C-3088-7D19-1D30E6A841AE}"/>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B109C697-C1F4-9E65-D7BB-792E390E4D12}"/>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3316528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8C437-0D4B-51FA-5067-BD61C4AB0747}"/>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6F2F66EA-40E2-0E5E-56E8-6FFB9DD6F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753E57-2858-3957-2A21-2B532C76FB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A1CAADC4-B919-9B51-4E34-700CE99E47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F87945-3E1B-7C19-701B-0D6BB89186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BBFF39B8-7688-B90D-B9D8-37909B8A3703}"/>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8" name="Footer Placeholder 7">
            <a:extLst>
              <a:ext uri="{FF2B5EF4-FFF2-40B4-BE49-F238E27FC236}">
                <a16:creationId xmlns:a16="http://schemas.microsoft.com/office/drawing/2014/main" id="{D751E0C0-FEDC-82A3-E5D2-B90014452184}"/>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D9361B72-C265-D1E7-FDFE-FB71ADAF8B6B}"/>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4079645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43F1A-CE7C-3156-A771-57954A17D791}"/>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7C66A837-3031-E381-4CA6-30D012B8C51F}"/>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4" name="Footer Placeholder 3">
            <a:extLst>
              <a:ext uri="{FF2B5EF4-FFF2-40B4-BE49-F238E27FC236}">
                <a16:creationId xmlns:a16="http://schemas.microsoft.com/office/drawing/2014/main" id="{596651C6-1D8D-E2FB-CA98-2E15180BE7D1}"/>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B57F6305-1059-CBAF-D5F0-785ADE99CEC7}"/>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1349220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A40B5C-4C47-1197-0754-79FE45D0314C}"/>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3" name="Footer Placeholder 2">
            <a:extLst>
              <a:ext uri="{FF2B5EF4-FFF2-40B4-BE49-F238E27FC236}">
                <a16:creationId xmlns:a16="http://schemas.microsoft.com/office/drawing/2014/main" id="{420BB439-2F63-EEC2-202E-C0E1DA4124D2}"/>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3D4BE371-4483-00EC-65B4-890B9703A69C}"/>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411462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D645C-A244-1283-1796-B457370CD4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0634E75A-78D3-BF8B-299F-6EEE2C8F59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9A1FEA2F-A94C-9EF4-2B1A-A0597342F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0A89FC-2552-F076-6144-03D2ED182319}"/>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6" name="Footer Placeholder 5">
            <a:extLst>
              <a:ext uri="{FF2B5EF4-FFF2-40B4-BE49-F238E27FC236}">
                <a16:creationId xmlns:a16="http://schemas.microsoft.com/office/drawing/2014/main" id="{952AB3A6-8F52-268E-E684-7263C914BE38}"/>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05DA52A0-4F89-21D7-51C1-EA9B4F1C9921}"/>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776351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0DFB6-CA2C-1A04-0AD0-D711BD3767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EB55F25C-18AD-D222-6A35-0083AC5334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88D91CC8-6EA5-C149-5C68-F8D689C32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480EAC-DF63-A4DE-319D-1B452CECC484}"/>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6" name="Footer Placeholder 5">
            <a:extLst>
              <a:ext uri="{FF2B5EF4-FFF2-40B4-BE49-F238E27FC236}">
                <a16:creationId xmlns:a16="http://schemas.microsoft.com/office/drawing/2014/main" id="{60F24517-BB23-A667-89F6-6FCE5FB1B22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E42BB109-9BB1-D6E2-752E-4F0AB55A1C24}"/>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374953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3D390-95F9-70C2-E3BB-79EC859FCA5E}"/>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D658DFE6-B0E0-B7E3-B3EA-9B4B214CC6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BE04C5D9-9A85-82BC-F82B-930E8FCEA878}"/>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5" name="Footer Placeholder 4">
            <a:extLst>
              <a:ext uri="{FF2B5EF4-FFF2-40B4-BE49-F238E27FC236}">
                <a16:creationId xmlns:a16="http://schemas.microsoft.com/office/drawing/2014/main" id="{A72C1C03-2153-638A-B8D5-FC8FF04969DA}"/>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561948F-C1AF-159A-4395-78662A6D9594}"/>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2331616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611DB7-B437-0624-2230-80C737E3BA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3C3C4F64-E753-4902-0FFD-FE52D21DD3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7787EB96-1EFF-A35E-6C2E-95ACA3916946}"/>
              </a:ext>
            </a:extLst>
          </p:cNvPr>
          <p:cNvSpPr>
            <a:spLocks noGrp="1"/>
          </p:cNvSpPr>
          <p:nvPr>
            <p:ph type="dt" sz="half" idx="10"/>
          </p:nvPr>
        </p:nvSpPr>
        <p:spPr/>
        <p:txBody>
          <a:bodyPr/>
          <a:lstStyle/>
          <a:p>
            <a:fld id="{1FAD970B-272F-46D8-BAA4-1AA08BF3D88E}" type="datetimeFigureOut">
              <a:rPr lang="en-AE" smtClean="0"/>
              <a:t>29/01/2026</a:t>
            </a:fld>
            <a:endParaRPr lang="en-AE"/>
          </a:p>
        </p:txBody>
      </p:sp>
      <p:sp>
        <p:nvSpPr>
          <p:cNvPr id="5" name="Footer Placeholder 4">
            <a:extLst>
              <a:ext uri="{FF2B5EF4-FFF2-40B4-BE49-F238E27FC236}">
                <a16:creationId xmlns:a16="http://schemas.microsoft.com/office/drawing/2014/main" id="{BDE23781-CFEB-7CB3-6FAC-E3808729B27E}"/>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6CF949C5-F2FA-F55F-1DFB-2F8707B200C8}"/>
              </a:ext>
            </a:extLst>
          </p:cNvPr>
          <p:cNvSpPr>
            <a:spLocks noGrp="1"/>
          </p:cNvSpPr>
          <p:nvPr>
            <p:ph type="sldNum" sz="quarter" idx="12"/>
          </p:nvPr>
        </p:nvSpPr>
        <p:spPr/>
        <p:txBody>
          <a:bodyPr/>
          <a:lstStyle/>
          <a:p>
            <a:fld id="{25C4280B-5CDB-4CCE-8C2D-1A12F2921DB2}" type="slidenum">
              <a:rPr lang="en-AE" smtClean="0"/>
              <a:t>‹#›</a:t>
            </a:fld>
            <a:endParaRPr lang="en-AE"/>
          </a:p>
        </p:txBody>
      </p:sp>
    </p:spTree>
    <p:extLst>
      <p:ext uri="{BB962C8B-B14F-4D97-AF65-F5344CB8AC3E}">
        <p14:creationId xmlns:p14="http://schemas.microsoft.com/office/powerpoint/2010/main" val="3868026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640080"/>
            <a:ext cx="6577781" cy="999861"/>
          </a:xfrm>
        </p:spPr>
        <p:txBody>
          <a:bodyPr anchor="t"/>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219200" y="2013526"/>
            <a:ext cx="4381500" cy="40142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91026" y="2013526"/>
            <a:ext cx="4381774" cy="40142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7E940D-7D0B-40F4-BD83-A0D41C5BB38D}"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18446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1201B2-C358-816F-B16E-77DC495854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B2AF0D5F-9139-68AB-F7F3-8A48BF217F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2C1B57F5-05D1-4652-4FE3-9FCEE487A8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AD970B-272F-46D8-BAA4-1AA08BF3D88E}" type="datetimeFigureOut">
              <a:rPr lang="en-AE" smtClean="0"/>
              <a:t>29/01/2026</a:t>
            </a:fld>
            <a:endParaRPr lang="en-AE"/>
          </a:p>
        </p:txBody>
      </p:sp>
      <p:sp>
        <p:nvSpPr>
          <p:cNvPr id="5" name="Footer Placeholder 4">
            <a:extLst>
              <a:ext uri="{FF2B5EF4-FFF2-40B4-BE49-F238E27FC236}">
                <a16:creationId xmlns:a16="http://schemas.microsoft.com/office/drawing/2014/main" id="{947BCE2D-7E40-4D8D-C52E-DC6F3223EA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A485B9B2-3304-E372-8843-5D2331FF9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C4280B-5CDB-4CCE-8C2D-1A12F2921DB2}" type="slidenum">
              <a:rPr lang="en-AE" smtClean="0"/>
              <a:t>‹#›</a:t>
            </a:fld>
            <a:endParaRPr lang="en-AE"/>
          </a:p>
        </p:txBody>
      </p:sp>
    </p:spTree>
    <p:extLst>
      <p:ext uri="{BB962C8B-B14F-4D97-AF65-F5344CB8AC3E}">
        <p14:creationId xmlns:p14="http://schemas.microsoft.com/office/powerpoint/2010/main" val="1099574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0FCDE5F-0CF5-4330-9288-3C4B03FF552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sleek, modern workspace featuring a laptop displaying a digital dashboard with abstract representations of resumes and job descriptions connected by glowing AI network lines. The scene should convey innovation, technology, and professional growth, with a premium, business-oriented aesthetic. The composition should allow for a centered title overlay and ensure high readability. No visible or implied text, letters, or words should appear anywhere in the image">
            <a:extLst>
              <a:ext uri="{FF2B5EF4-FFF2-40B4-BE49-F238E27FC236}">
                <a16:creationId xmlns:a16="http://schemas.microsoft.com/office/drawing/2014/main" id="{81B79860-202C-45CF-9C9A-C511268ABC63}"/>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Date Placeholder 5">
            <a:extLst>
              <a:ext uri="{FF2B5EF4-FFF2-40B4-BE49-F238E27FC236}">
                <a16:creationId xmlns:a16="http://schemas.microsoft.com/office/drawing/2014/main" id="{99F8BA04-5141-6B0F-4FEF-F029E723417B}"/>
              </a:ext>
            </a:extLst>
          </p:cNvPr>
          <p:cNvSpPr>
            <a:spLocks noGrp="1"/>
          </p:cNvSpPr>
          <p:nvPr>
            <p:ph type="dt" sz="half" idx="10"/>
          </p:nvPr>
        </p:nvSpPr>
        <p:spPr/>
        <p:txBody>
          <a:bodyPr/>
          <a:lstStyle/>
          <a:p>
            <a:fld id="{9B7E940D-7D0B-40F4-BD83-A0D41C5BB38D}" type="datetime1">
              <a:rPr lang="en-US" smtClean="0"/>
              <a:t>1/29/2026</a:t>
            </a:fld>
            <a:endParaRPr lang="en-US"/>
          </a:p>
        </p:txBody>
      </p:sp>
      <p:sp>
        <p:nvSpPr>
          <p:cNvPr id="7" name="Slide Number Placeholder 6">
            <a:extLst>
              <a:ext uri="{FF2B5EF4-FFF2-40B4-BE49-F238E27FC236}">
                <a16:creationId xmlns:a16="http://schemas.microsoft.com/office/drawing/2014/main" id="{5CAF61B9-64A5-DC7B-F548-E6A62EF0B2E2}"/>
              </a:ext>
            </a:extLst>
          </p:cNvPr>
          <p:cNvSpPr>
            <a:spLocks noGrp="1"/>
          </p:cNvSpPr>
          <p:nvPr>
            <p:ph type="sldNum" sz="quarter" idx="12"/>
          </p:nvPr>
        </p:nvSpPr>
        <p:spPr/>
        <p:txBody>
          <a:bodyPr/>
          <a:lstStyle/>
          <a:p>
            <a:fld id="{AEAA3239-9EA4-4A65-A281-97F994456D9F}" type="slidenum">
              <a:rPr lang="en-US" smtClean="0"/>
              <a:t>1</a:t>
            </a:fld>
            <a:endParaRPr lang="en-US"/>
          </a:p>
        </p:txBody>
      </p:sp>
      <p:sp>
        <p:nvSpPr>
          <p:cNvPr id="10" name="TextBox 9">
            <a:extLst>
              <a:ext uri="{FF2B5EF4-FFF2-40B4-BE49-F238E27FC236}">
                <a16:creationId xmlns:a16="http://schemas.microsoft.com/office/drawing/2014/main" id="{D11C27CB-AD41-4E75-BCAF-1ADEE020C3A8}"/>
              </a:ext>
            </a:extLst>
          </p:cNvPr>
          <p:cNvSpPr txBox="1"/>
          <p:nvPr/>
        </p:nvSpPr>
        <p:spPr>
          <a:xfrm>
            <a:off x="619125" y="881955"/>
            <a:ext cx="4391025" cy="1885950"/>
          </a:xfrm>
          <a:prstGeom prst="rect">
            <a:avLst/>
          </a:prstGeom>
          <a:noFill/>
        </p:spPr>
        <p:txBody>
          <a:bodyPr wrap="square" rtlCol="0">
            <a:normAutofit fontScale="85000" lnSpcReduction="10000"/>
          </a:bodyPr>
          <a:lstStyle/>
          <a:p>
            <a:r>
              <a:rPr sz="4500" b="1" dirty="0">
                <a:solidFill>
                  <a:srgbClr val="6D7BF7"/>
                </a:solidFill>
                <a:effectLst/>
                <a:latin typeface="Avenir Next LT Pro Bold"/>
              </a:rPr>
              <a:t>CAREERPILOT: </a:t>
            </a:r>
            <a:r>
              <a:rPr lang="en-GB" sz="4500" b="1" dirty="0">
                <a:solidFill>
                  <a:srgbClr val="6D7BF7"/>
                </a:solidFill>
                <a:effectLst/>
                <a:latin typeface="Avenir Next LT Pro Bold"/>
              </a:rPr>
              <a:t>AI-Powered Career Intelligence</a:t>
            </a:r>
            <a:endParaRPr lang="en-AE" dirty="0"/>
          </a:p>
        </p:txBody>
      </p:sp>
      <p:sp>
        <p:nvSpPr>
          <p:cNvPr id="11" name="TextBox 10">
            <a:extLst>
              <a:ext uri="{FF2B5EF4-FFF2-40B4-BE49-F238E27FC236}">
                <a16:creationId xmlns:a16="http://schemas.microsoft.com/office/drawing/2014/main" id="{CB9A6DE0-D24F-4063-A217-44D8287A0197}"/>
              </a:ext>
            </a:extLst>
          </p:cNvPr>
          <p:cNvSpPr txBox="1"/>
          <p:nvPr/>
        </p:nvSpPr>
        <p:spPr>
          <a:xfrm>
            <a:off x="619125" y="3644356"/>
            <a:ext cx="4391025" cy="891480"/>
          </a:xfrm>
          <a:prstGeom prst="rect">
            <a:avLst/>
          </a:prstGeom>
          <a:noFill/>
        </p:spPr>
        <p:txBody>
          <a:bodyPr wrap="square" rtlCol="0">
            <a:normAutofit/>
          </a:bodyPr>
          <a:lstStyle/>
          <a:p>
            <a:r>
              <a:rPr lang="en-GB" dirty="0">
                <a:solidFill>
                  <a:schemeClr val="bg2"/>
                </a:solidFill>
              </a:rPr>
              <a:t>AI-powered resume &amp; JD matching with human-like assistance</a:t>
            </a:r>
            <a:endParaRPr lang="en-AE" dirty="0">
              <a:solidFill>
                <a:schemeClr val="bg2"/>
              </a:solidFill>
            </a:endParaRPr>
          </a:p>
        </p:txBody>
      </p:sp>
      <p:sp>
        <p:nvSpPr>
          <p:cNvPr id="4" name="TextBox 3">
            <a:extLst>
              <a:ext uri="{FF2B5EF4-FFF2-40B4-BE49-F238E27FC236}">
                <a16:creationId xmlns:a16="http://schemas.microsoft.com/office/drawing/2014/main" id="{3FA4E7FF-E7A7-FDB5-10F2-46CF4DC09A4E}"/>
              </a:ext>
            </a:extLst>
          </p:cNvPr>
          <p:cNvSpPr txBox="1"/>
          <p:nvPr/>
        </p:nvSpPr>
        <p:spPr>
          <a:xfrm>
            <a:off x="619125" y="4645319"/>
            <a:ext cx="4391025" cy="891480"/>
          </a:xfrm>
          <a:prstGeom prst="rect">
            <a:avLst/>
          </a:prstGeom>
          <a:noFill/>
        </p:spPr>
        <p:txBody>
          <a:bodyPr wrap="square" rtlCol="0">
            <a:normAutofit/>
          </a:bodyPr>
          <a:lstStyle/>
          <a:p>
            <a:r>
              <a:rPr lang="en-GB" dirty="0">
                <a:solidFill>
                  <a:schemeClr val="bg2"/>
                </a:solidFill>
              </a:rPr>
              <a:t>Gemini 3 Hackathon</a:t>
            </a:r>
            <a:endParaRPr lang="en-AE" dirty="0">
              <a:solidFill>
                <a:schemeClr val="bg2"/>
              </a:solidFill>
            </a:endParaRPr>
          </a:p>
        </p:txBody>
      </p:sp>
    </p:spTree>
    <p:extLst>
      <p:ext uri="{BB962C8B-B14F-4D97-AF65-F5344CB8AC3E}">
        <p14:creationId xmlns:p14="http://schemas.microsoft.com/office/powerpoint/2010/main" val="4240515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A0DF08D-7690-4C6A-8938-181C874B64F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technology-focused workspace with people collaborating around computers displaying abstract data flows and digital profiles, symbolizing career technology and automated systems. The environment should feel innovative and forward-looking, with a premium business aesthetic. No visible or implied text, letters, or words should appear anywhere in the image. The composition should support overlaying agenda text clearly">
            <a:extLst>
              <a:ext uri="{FF2B5EF4-FFF2-40B4-BE49-F238E27FC236}">
                <a16:creationId xmlns:a16="http://schemas.microsoft.com/office/drawing/2014/main" id="{0C8D11A4-582B-45FA-97C1-D6CADC1DE3B6}"/>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6" name="Date Placeholder 5">
            <a:extLst>
              <a:ext uri="{FF2B5EF4-FFF2-40B4-BE49-F238E27FC236}">
                <a16:creationId xmlns:a16="http://schemas.microsoft.com/office/drawing/2014/main" id="{97FF2376-F9D8-BB92-E568-5BD5C8FF0DBC}"/>
              </a:ext>
            </a:extLst>
          </p:cNvPr>
          <p:cNvSpPr>
            <a:spLocks noGrp="1"/>
          </p:cNvSpPr>
          <p:nvPr>
            <p:ph type="dt" sz="half" idx="10"/>
          </p:nvPr>
        </p:nvSpPr>
        <p:spPr/>
        <p:txBody>
          <a:bodyPr/>
          <a:lstStyle/>
          <a:p>
            <a:fld id="{9B7E940D-7D0B-40F4-BD83-A0D41C5BB38D}" type="datetime1">
              <a:rPr lang="en-US" smtClean="0"/>
              <a:t>1/29/2026</a:t>
            </a:fld>
            <a:endParaRPr lang="en-US"/>
          </a:p>
        </p:txBody>
      </p:sp>
      <p:sp>
        <p:nvSpPr>
          <p:cNvPr id="7" name="Slide Number Placeholder 6">
            <a:extLst>
              <a:ext uri="{FF2B5EF4-FFF2-40B4-BE49-F238E27FC236}">
                <a16:creationId xmlns:a16="http://schemas.microsoft.com/office/drawing/2014/main" id="{3AE1825C-7244-5FFB-4375-36BEED781FF5}"/>
              </a:ext>
            </a:extLst>
          </p:cNvPr>
          <p:cNvSpPr>
            <a:spLocks noGrp="1"/>
          </p:cNvSpPr>
          <p:nvPr>
            <p:ph type="sldNum" sz="quarter" idx="12"/>
          </p:nvPr>
        </p:nvSpPr>
        <p:spPr/>
        <p:txBody>
          <a:bodyPr/>
          <a:lstStyle/>
          <a:p>
            <a:fld id="{AEAA3239-9EA4-4A65-A281-97F994456D9F}" type="slidenum">
              <a:rPr lang="en-US" smtClean="0"/>
              <a:t>2</a:t>
            </a:fld>
            <a:endParaRPr lang="en-US"/>
          </a:p>
        </p:txBody>
      </p:sp>
      <p:sp>
        <p:nvSpPr>
          <p:cNvPr id="10" name="TextBox 9">
            <a:extLst>
              <a:ext uri="{FF2B5EF4-FFF2-40B4-BE49-F238E27FC236}">
                <a16:creationId xmlns:a16="http://schemas.microsoft.com/office/drawing/2014/main" id="{534FFFE8-CCC3-4DC7-8700-07DA66361798}"/>
              </a:ext>
            </a:extLst>
          </p:cNvPr>
          <p:cNvSpPr txBox="1"/>
          <p:nvPr/>
        </p:nvSpPr>
        <p:spPr>
          <a:xfrm>
            <a:off x="5343525" y="1343025"/>
            <a:ext cx="6477000" cy="628650"/>
          </a:xfrm>
          <a:prstGeom prst="rect">
            <a:avLst/>
          </a:prstGeom>
          <a:noFill/>
        </p:spPr>
        <p:txBody>
          <a:bodyPr wrap="square" rtlCol="0">
            <a:normAutofit fontScale="92500" lnSpcReduction="20000"/>
          </a:bodyPr>
          <a:lstStyle/>
          <a:p>
            <a:pPr marL="0" algn="l">
              <a:buNone/>
            </a:pPr>
            <a:r>
              <a:rPr sz="4500" dirty="0">
                <a:solidFill>
                  <a:srgbClr val="6D7BF7"/>
                </a:solidFill>
                <a:effectLst/>
                <a:latin typeface="Avenir Next LT Pro" panose="020B0504020202020204" pitchFamily="34" charset="0"/>
              </a:rPr>
              <a:t>AGENDA</a:t>
            </a:r>
            <a:r>
              <a:rPr dirty="0">
                <a:effectLst/>
              </a:rPr>
              <a:t> </a:t>
            </a:r>
            <a:endParaRPr lang="en-AE" dirty="0"/>
          </a:p>
        </p:txBody>
      </p:sp>
      <p:sp>
        <p:nvSpPr>
          <p:cNvPr id="11" name="TextBox 10">
            <a:extLst>
              <a:ext uri="{FF2B5EF4-FFF2-40B4-BE49-F238E27FC236}">
                <a16:creationId xmlns:a16="http://schemas.microsoft.com/office/drawing/2014/main" id="{B87E7C0B-68C2-4016-825F-7B7A032774B3}"/>
              </a:ext>
            </a:extLst>
          </p:cNvPr>
          <p:cNvSpPr txBox="1"/>
          <p:nvPr/>
        </p:nvSpPr>
        <p:spPr>
          <a:xfrm>
            <a:off x="5343525" y="2352675"/>
            <a:ext cx="6477000" cy="1150441"/>
          </a:xfrm>
          <a:prstGeom prst="rect">
            <a:avLst/>
          </a:prstGeom>
          <a:noFill/>
        </p:spPr>
        <p:txBody>
          <a:bodyPr wrap="square" rtlCol="0">
            <a:normAutofit/>
          </a:bodyPr>
          <a:lstStyle/>
          <a:p>
            <a:pPr marL="57150" indent="-228600">
              <a:lnSpc>
                <a:spcPct val="90000"/>
              </a:lnSpc>
              <a:buFont typeface="Arial" panose="020B0604020202020204" pitchFamily="34" charset="0"/>
              <a:buChar char="•"/>
            </a:pPr>
            <a:r>
              <a:rPr lang="en-AE" sz="1800" b="0" dirty="0">
                <a:solidFill>
                  <a:srgbClr val="FFFFFF"/>
                </a:solidFill>
                <a:effectLst/>
                <a:latin typeface="Avenir Next LT Pro" panose="020B0504020202020204" pitchFamily="34" charset="0"/>
              </a:rPr>
              <a:t>• </a:t>
            </a:r>
            <a:r>
              <a:rPr lang="en-GB" dirty="0">
                <a:solidFill>
                  <a:srgbClr val="FFFFFF"/>
                </a:solidFill>
                <a:latin typeface="Avenir Next LT Pro" panose="020B0504020202020204" pitchFamily="34" charset="0"/>
              </a:rPr>
              <a:t>Job seekers struggle to interpret JDs and tailor resumes</a:t>
            </a:r>
          </a:p>
          <a:p>
            <a:pPr marL="57150" indent="-228600">
              <a:lnSpc>
                <a:spcPct val="90000"/>
              </a:lnSpc>
              <a:spcBef>
                <a:spcPts val="1500"/>
              </a:spcBef>
              <a:buFont typeface="Arial" panose="020B0604020202020204" pitchFamily="34" charset="0"/>
              <a:buChar char="•"/>
            </a:pPr>
            <a:r>
              <a:rPr dirty="0">
                <a:solidFill>
                  <a:srgbClr val="FFFFFF"/>
                </a:solidFill>
                <a:latin typeface="Avenir Next LT Pro" panose="020B0504020202020204" pitchFamily="34" charset="0"/>
              </a:rPr>
              <a:t>•</a:t>
            </a:r>
            <a:r>
              <a:rPr lang="en-GB" dirty="0">
                <a:solidFill>
                  <a:srgbClr val="FFFFFF"/>
                </a:solidFill>
                <a:latin typeface="Avenir Next LT Pro" panose="020B0504020202020204" pitchFamily="34" charset="0"/>
              </a:rPr>
              <a:t> Case Study: </a:t>
            </a:r>
            <a:r>
              <a:rPr lang="en-GB" dirty="0" err="1">
                <a:solidFill>
                  <a:srgbClr val="FFFFFF"/>
                </a:solidFill>
                <a:latin typeface="Avenir Next LT Pro" panose="020B0504020202020204" pitchFamily="34" charset="0"/>
              </a:rPr>
              <a:t>CareerPilot's</a:t>
            </a:r>
            <a:r>
              <a:rPr lang="en-GB" dirty="0">
                <a:solidFill>
                  <a:srgbClr val="FFFFFF"/>
                </a:solidFill>
                <a:latin typeface="Avenir Next LT Pro" panose="020B0504020202020204" pitchFamily="34" charset="0"/>
              </a:rPr>
              <a:t> Technical Evolution and Impact </a:t>
            </a:r>
            <a:endParaRPr lang="en-AE" dirty="0">
              <a:solidFill>
                <a:srgbClr val="FFFFFF"/>
              </a:solidFill>
              <a:latin typeface="Avenir Next LT Pro" panose="020B0504020202020204" pitchFamily="34" charset="0"/>
            </a:endParaRPr>
          </a:p>
        </p:txBody>
      </p:sp>
    </p:spTree>
    <p:extLst>
      <p:ext uri="{BB962C8B-B14F-4D97-AF65-F5344CB8AC3E}">
        <p14:creationId xmlns:p14="http://schemas.microsoft.com/office/powerpoint/2010/main" val="1019766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EE9B959-BD09-464A-BE31-D3B5D5B92C1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E9B9A23D-3BDB-CE3C-C233-76DE53BE2F83}"/>
              </a:ext>
            </a:extLst>
          </p:cNvPr>
          <p:cNvSpPr>
            <a:spLocks noGrp="1"/>
          </p:cNvSpPr>
          <p:nvPr>
            <p:ph sz="quarter" idx="16"/>
          </p:nvPr>
        </p:nvSpPr>
        <p:spPr>
          <a:xfrm>
            <a:off x="828675" y="4143375"/>
            <a:ext cx="10534650" cy="1390650"/>
          </a:xfrm>
        </p:spPr>
        <p:txBody>
          <a:bodyPr>
            <a:normAutofit/>
          </a:bodyPr>
          <a:lstStyle/>
          <a:p>
            <a:pPr marL="0" marR="0" indent="0" algn="l">
              <a:buNone/>
            </a:pPr>
            <a:r>
              <a:rPr sz="4500">
                <a:solidFill>
                  <a:srgbClr val="6D7BF7"/>
                </a:solidFill>
                <a:effectLst/>
                <a:latin typeface="Avenir Next LT Pro Bold" panose="020B0804020202020204" pitchFamily="34" charset="0"/>
              </a:rPr>
              <a:t>AUTOMATED RESUME MATCHING IMPACT</a:t>
            </a:r>
            <a:r>
              <a:rPr>
                <a:effectLst/>
              </a:rPr>
              <a:t> </a:t>
            </a:r>
            <a:endParaRPr lang="en-AE"/>
          </a:p>
        </p:txBody>
      </p:sp>
      <p:sp>
        <p:nvSpPr>
          <p:cNvPr id="6" name="Date Placeholder 5">
            <a:extLst>
              <a:ext uri="{FF2B5EF4-FFF2-40B4-BE49-F238E27FC236}">
                <a16:creationId xmlns:a16="http://schemas.microsoft.com/office/drawing/2014/main" id="{F11F396D-F85F-5BD5-F005-73249F3C79D5}"/>
              </a:ext>
            </a:extLst>
          </p:cNvPr>
          <p:cNvSpPr>
            <a:spLocks noGrp="1"/>
          </p:cNvSpPr>
          <p:nvPr>
            <p:ph type="dt" sz="half" idx="10"/>
          </p:nvPr>
        </p:nvSpPr>
        <p:spPr/>
        <p:txBody>
          <a:bodyPr/>
          <a:lstStyle/>
          <a:p>
            <a:fld id="{9B7E940D-7D0B-40F4-BD83-A0D41C5BB38D}" type="datetime1">
              <a:rPr lang="en-US" smtClean="0"/>
              <a:t>1/29/2026</a:t>
            </a:fld>
            <a:endParaRPr lang="en-US"/>
          </a:p>
        </p:txBody>
      </p:sp>
      <p:sp>
        <p:nvSpPr>
          <p:cNvPr id="7" name="Slide Number Placeholder 6">
            <a:extLst>
              <a:ext uri="{FF2B5EF4-FFF2-40B4-BE49-F238E27FC236}">
                <a16:creationId xmlns:a16="http://schemas.microsoft.com/office/drawing/2014/main" id="{463FDB4A-23D0-C8D9-79A2-FC16DE7DE5B0}"/>
              </a:ext>
            </a:extLst>
          </p:cNvPr>
          <p:cNvSpPr>
            <a:spLocks noGrp="1"/>
          </p:cNvSpPr>
          <p:nvPr>
            <p:ph type="sldNum" sz="quarter" idx="12"/>
          </p:nvPr>
        </p:nvSpPr>
        <p:spPr/>
        <p:txBody>
          <a:bodyPr/>
          <a:lstStyle/>
          <a:p>
            <a:fld id="{AEAA3239-9EA4-4A65-A281-97F994456D9F}" type="slidenum">
              <a:rPr lang="en-US" smtClean="0"/>
              <a:t>3</a:t>
            </a:fld>
            <a:endParaRPr lang="en-US"/>
          </a:p>
        </p:txBody>
      </p:sp>
      <p:sp>
        <p:nvSpPr>
          <p:cNvPr id="9" name="TextBox 8">
            <a:extLst>
              <a:ext uri="{FF2B5EF4-FFF2-40B4-BE49-F238E27FC236}">
                <a16:creationId xmlns:a16="http://schemas.microsoft.com/office/drawing/2014/main" id="{A864EB2D-0D7E-4182-BD30-0984EDA92A86}"/>
              </a:ext>
            </a:extLst>
          </p:cNvPr>
          <p:cNvSpPr txBox="1"/>
          <p:nvPr/>
        </p:nvSpPr>
        <p:spPr>
          <a:xfrm>
            <a:off x="828675" y="5610225"/>
            <a:ext cx="10534650" cy="419100"/>
          </a:xfrm>
          <a:prstGeom prst="rect">
            <a:avLst/>
          </a:prstGeom>
          <a:noFill/>
        </p:spPr>
        <p:txBody>
          <a:bodyPr wrap="square" rtlCol="0">
            <a:normAutofit fontScale="92500" lnSpcReduction="20000"/>
          </a:bodyPr>
          <a:lstStyle/>
          <a:p>
            <a:pPr marL="0" marR="0" algn="l">
              <a:buNone/>
            </a:pPr>
            <a:r>
              <a:rPr sz="2700">
                <a:solidFill>
                  <a:srgbClr val="FFFFFF"/>
                </a:solidFill>
                <a:effectLst/>
                <a:latin typeface="Avenir Next LT Pro Bold" panose="020B0804020202020204" pitchFamily="34" charset="0"/>
              </a:rPr>
              <a:t>From rule-based matching to human-like AI guidance</a:t>
            </a:r>
            <a:r>
              <a:rPr>
                <a:effectLst/>
              </a:rPr>
              <a:t> </a:t>
            </a:r>
            <a:endParaRPr lang="en-AE"/>
          </a:p>
        </p:txBody>
      </p:sp>
    </p:spTree>
    <p:extLst>
      <p:ext uri="{BB962C8B-B14F-4D97-AF65-F5344CB8AC3E}">
        <p14:creationId xmlns:p14="http://schemas.microsoft.com/office/powerpoint/2010/main" val="3635054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8D4BD3D-9C1D-405A-9799-BCBDC16EBC85}"/>
              </a:ext>
            </a:extLst>
          </p:cNvPr>
          <p:cNvSpPr txBox="1"/>
          <p:nvPr/>
        </p:nvSpPr>
        <p:spPr>
          <a:xfrm>
            <a:off x="5232400" y="1641752"/>
            <a:ext cx="6140449" cy="1323439"/>
          </a:xfrm>
          <a:prstGeom prst="rect">
            <a:avLst/>
          </a:prstGeom>
        </p:spPr>
        <p:txBody>
          <a:bodyPr vert="horz" lIns="91440" tIns="45720" rIns="91440" bIns="45720" rtlCol="0" anchor="t">
            <a:normAutofit/>
          </a:bodyPr>
          <a:lstStyle/>
          <a:p>
            <a:pPr marL="0">
              <a:lnSpc>
                <a:spcPct val="90000"/>
              </a:lnSpc>
              <a:spcBef>
                <a:spcPct val="0"/>
              </a:spcBef>
              <a:spcAft>
                <a:spcPts val="600"/>
              </a:spcAft>
            </a:pPr>
            <a:r>
              <a:rPr lang="en-US" sz="4200" dirty="0">
                <a:solidFill>
                  <a:srgbClr val="6D7BF7"/>
                </a:solidFill>
                <a:latin typeface="Avenir Next LT Pro" panose="020B0504020202020204" pitchFamily="34" charset="0"/>
              </a:rPr>
              <a:t>Evolution of Resume Matching </a:t>
            </a:r>
          </a:p>
        </p:txBody>
      </p:sp>
      <p:grpSp>
        <p:nvGrpSpPr>
          <p:cNvPr id="30" name="Group 29">
            <a:extLst>
              <a:ext uri="{FF2B5EF4-FFF2-40B4-BE49-F238E27FC236}">
                <a16:creationId xmlns:a16="http://schemas.microsoft.com/office/drawing/2014/main" id="{A18E8AF0-57F3-4E67-AB90-C8DAC71353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19" name="Group 18">
              <a:extLst>
                <a:ext uri="{FF2B5EF4-FFF2-40B4-BE49-F238E27FC236}">
                  <a16:creationId xmlns:a16="http://schemas.microsoft.com/office/drawing/2014/main" id="{CD060FA9-04BB-4F42-A882-44481795666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27" name="Freeform: Shape 26">
                <a:extLst>
                  <a:ext uri="{FF2B5EF4-FFF2-40B4-BE49-F238E27FC236}">
                    <a16:creationId xmlns:a16="http://schemas.microsoft.com/office/drawing/2014/main" id="{2499CE50-F6DF-42D1-A1DF-2E014ABF3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5EF919B7-6C5A-40BB-9604-805D6785E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1" name="Group 30">
              <a:extLst>
                <a:ext uri="{FF2B5EF4-FFF2-40B4-BE49-F238E27FC236}">
                  <a16:creationId xmlns:a16="http://schemas.microsoft.com/office/drawing/2014/main" id="{CD2C7F27-09E2-43E0-B571-E95E511F126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1" name="Group 20">
                <a:extLst>
                  <a:ext uri="{FF2B5EF4-FFF2-40B4-BE49-F238E27FC236}">
                    <a16:creationId xmlns:a16="http://schemas.microsoft.com/office/drawing/2014/main" id="{1A7830C9-FC12-40AB-BF67-9B212AB8F3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25" name="Freeform: Shape 24">
                  <a:extLst>
                    <a:ext uri="{FF2B5EF4-FFF2-40B4-BE49-F238E27FC236}">
                      <a16:creationId xmlns:a16="http://schemas.microsoft.com/office/drawing/2014/main" id="{E5A4A589-E9CA-41F2-A18C-FFC863E70C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E6DFDE1C-EF51-49D2-BA0A-86FBD87F10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2" name="Group 31">
                <a:extLst>
                  <a:ext uri="{FF2B5EF4-FFF2-40B4-BE49-F238E27FC236}">
                    <a16:creationId xmlns:a16="http://schemas.microsoft.com/office/drawing/2014/main" id="{1F4C4AFE-70BD-4430-9072-3280C18D67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23" name="Freeform: Shape 22">
                  <a:extLst>
                    <a:ext uri="{FF2B5EF4-FFF2-40B4-BE49-F238E27FC236}">
                      <a16:creationId xmlns:a16="http://schemas.microsoft.com/office/drawing/2014/main" id="{C5CE4030-5E8F-4B4E-AA83-2CCC3E788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80757DC5-5894-4F54-9EB2-2575295701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3">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6" name="Date Placeholder 5">
            <a:extLst>
              <a:ext uri="{FF2B5EF4-FFF2-40B4-BE49-F238E27FC236}">
                <a16:creationId xmlns:a16="http://schemas.microsoft.com/office/drawing/2014/main" id="{5F99D898-1ABB-E0E9-612D-019B6F83B90A}"/>
              </a:ext>
            </a:extLst>
          </p:cNvPr>
          <p:cNvSpPr>
            <a:spLocks noGrp="1"/>
          </p:cNvSpPr>
          <p:nvPr>
            <p:ph type="dt" sz="half" idx="10"/>
          </p:nvPr>
        </p:nvSpPr>
        <p:spPr>
          <a:xfrm>
            <a:off x="838200" y="476250"/>
            <a:ext cx="2743200" cy="365125"/>
          </a:xfrm>
        </p:spPr>
        <p:txBody>
          <a:bodyPr vert="horz" lIns="91440" tIns="45720" rIns="91440" bIns="45720" rtlCol="0" anchor="ctr">
            <a:normAutofit/>
          </a:bodyPr>
          <a:lstStyle/>
          <a:p>
            <a:pPr>
              <a:spcAft>
                <a:spcPts val="600"/>
              </a:spcAft>
            </a:pPr>
            <a:fld id="{9B7E940D-7D0B-40F4-BD83-A0D41C5BB38D}" type="datetime1">
              <a:rPr lang="en-US" sz="1000">
                <a:solidFill>
                  <a:schemeClr val="bg1">
                    <a:alpha val="60000"/>
                  </a:schemeClr>
                </a:solidFill>
              </a:rPr>
              <a:pPr>
                <a:spcAft>
                  <a:spcPts val="600"/>
                </a:spcAft>
              </a:pPr>
              <a:t>1/30/2026</a:t>
            </a:fld>
            <a:endParaRPr lang="en-US" sz="1000">
              <a:solidFill>
                <a:schemeClr val="bg1">
                  <a:alpha val="60000"/>
                </a:schemeClr>
              </a:solidFill>
            </a:endParaRPr>
          </a:p>
        </p:txBody>
      </p:sp>
      <p:sp>
        <p:nvSpPr>
          <p:cNvPr id="7" name="Slide Number Placeholder 6">
            <a:extLst>
              <a:ext uri="{FF2B5EF4-FFF2-40B4-BE49-F238E27FC236}">
                <a16:creationId xmlns:a16="http://schemas.microsoft.com/office/drawing/2014/main" id="{0A9D9C5C-EEE8-3EC7-CD17-131455926AA1}"/>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a:lnSpc>
                <a:spcPct val="90000"/>
              </a:lnSpc>
              <a:spcAft>
                <a:spcPts val="600"/>
              </a:spcAft>
            </a:pPr>
            <a:fld id="{AEAA3239-9EA4-4A65-A281-97F994456D9F}" type="slidenum">
              <a:rPr lang="en-US" sz="4400">
                <a:solidFill>
                  <a:schemeClr val="bg1"/>
                </a:solidFill>
              </a:rPr>
              <a:pPr>
                <a:lnSpc>
                  <a:spcPct val="90000"/>
                </a:lnSpc>
                <a:spcAft>
                  <a:spcPts val="600"/>
                </a:spcAft>
              </a:pPr>
              <a:t>4</a:t>
            </a:fld>
            <a:endParaRPr lang="en-US" sz="4400">
              <a:solidFill>
                <a:schemeClr val="bg1"/>
              </a:solidFill>
            </a:endParaRPr>
          </a:p>
        </p:txBody>
      </p:sp>
      <p:pic>
        <p:nvPicPr>
          <p:cNvPr id="9" name="Content Placeholder 8" descr="A timeline illustration visually depicting the evolution of resume and job description matching technologies: starting with an early-1990s computer and basic keyword symbols, progressing to mid-2000s gears and text analysis icons, and ending with a modern AI/robotic brain and interconnected digital nodes representing semantic matching. The style must be clean, professional, with a sense of technological advancement, using monochrome tones with neon indigo blue (#6D7BF7) as the accent. There must be no visible or implied text, letters, or words in the image at all">
            <a:extLst>
              <a:ext uri="{FF2B5EF4-FFF2-40B4-BE49-F238E27FC236}">
                <a16:creationId xmlns:a16="http://schemas.microsoft.com/office/drawing/2014/main" id="{07D172EF-2E6B-4A71-9DAA-5CBC0BB9DB7E}"/>
              </a:ext>
            </a:extLst>
          </p:cNvPr>
          <p:cNvPicPr>
            <a:picLocks noGrp="1" noChangeAspect="1"/>
          </p:cNvPicPr>
          <p:nvPr>
            <p:ph sz="quarter" idx="16"/>
          </p:nvPr>
        </p:nvPicPr>
        <p:blipFill>
          <a:blip r:embed="rId4">
            <a:extLst>
              <a:ext uri="{96DAC541-7B7A-43D3-8B79-37D633B846F1}">
                <asvg:svgBlip xmlns:asvg="http://schemas.microsoft.com/office/drawing/2016/SVG/main" r:embed="rId5"/>
              </a:ext>
            </a:extLst>
          </a:blip>
          <a:stretch>
            <a:fillRect/>
          </a:stretch>
        </p:blipFill>
        <p:spPr>
          <a:xfrm>
            <a:off x="1176512" y="1429488"/>
            <a:ext cx="1987200" cy="1987200"/>
          </a:xfrm>
          <a:prstGeom prst="rect">
            <a:avLst/>
          </a:prstGeom>
        </p:spPr>
      </p:pic>
      <p:pic>
        <p:nvPicPr>
          <p:cNvPr id="8" name="Content Placeholder 7">
            <a:extLst>
              <a:ext uri="{FF2B5EF4-FFF2-40B4-BE49-F238E27FC236}">
                <a16:creationId xmlns:a16="http://schemas.microsoft.com/office/drawing/2014/main" id="{39CA87CC-02A9-4DE3-9A88-1E561BC3B009}"/>
              </a:ext>
            </a:extLst>
          </p:cNvPr>
          <p:cNvPicPr>
            <a:picLocks noGrp="1" noChangeAspect="1"/>
          </p:cNvPicPr>
          <p:nvPr>
            <p:ph sz="quarter" idx="15"/>
          </p:nvPr>
        </p:nvPicPr>
        <p:blipFill>
          <a:blip r:embed="rId6">
            <a:extLst>
              <a:ext uri="{96DAC541-7B7A-43D3-8B79-37D633B846F1}">
                <asvg:svgBlip xmlns:asvg="http://schemas.microsoft.com/office/drawing/2016/SVG/main" r:embed="rId7"/>
              </a:ext>
            </a:extLst>
          </a:blip>
          <a:stretch>
            <a:fillRect/>
          </a:stretch>
        </p:blipFill>
        <p:spPr>
          <a:xfrm>
            <a:off x="1176600" y="3510000"/>
            <a:ext cx="1987200" cy="1987200"/>
          </a:xfrm>
          <a:prstGeom prst="rect">
            <a:avLst/>
          </a:prstGeom>
        </p:spPr>
      </p:pic>
      <p:sp>
        <p:nvSpPr>
          <p:cNvPr id="11" name="TextBox 10">
            <a:extLst>
              <a:ext uri="{FF2B5EF4-FFF2-40B4-BE49-F238E27FC236}">
                <a16:creationId xmlns:a16="http://schemas.microsoft.com/office/drawing/2014/main" id="{BCA5F878-50DA-4680-994D-02C75A7EA898}"/>
              </a:ext>
            </a:extLst>
          </p:cNvPr>
          <p:cNvSpPr txBox="1"/>
          <p:nvPr/>
        </p:nvSpPr>
        <p:spPr>
          <a:xfrm>
            <a:off x="5232401" y="3146400"/>
            <a:ext cx="6140449" cy="2454300"/>
          </a:xfrm>
          <a:prstGeom prst="rect">
            <a:avLst/>
          </a:prstGeom>
        </p:spPr>
        <p:txBody>
          <a:bodyPr vert="horz" lIns="91440" tIns="45720" rIns="91440" bIns="45720" rtlCol="0">
            <a:normAutofit/>
          </a:bodyPr>
          <a:lstStyle/>
          <a:p>
            <a:pPr marL="0" indent="-228600">
              <a:lnSpc>
                <a:spcPct val="90000"/>
              </a:lnSpc>
              <a:buFont typeface="Arial" panose="020B0604020202020204" pitchFamily="34" charset="0"/>
              <a:buChar char="•"/>
            </a:pPr>
            <a:r>
              <a:rPr lang="en-US" sz="1100" b="1">
                <a:solidFill>
                  <a:schemeClr val="bg1">
                    <a:alpha val="80000"/>
                  </a:schemeClr>
                </a:solidFill>
                <a:effectLst/>
              </a:rPr>
              <a:t>Early Keyword Filters (1990s)</a:t>
            </a:r>
            <a:r>
              <a:rPr lang="en-US" sz="1100">
                <a:solidFill>
                  <a:schemeClr val="bg1">
                    <a:alpha val="80000"/>
                  </a:schemeClr>
                </a:solidFill>
                <a:effectLst/>
              </a:rPr>
              <a:t> </a:t>
            </a:r>
          </a:p>
          <a:p>
            <a:pPr marL="0" indent="-228600">
              <a:lnSpc>
                <a:spcPct val="90000"/>
              </a:lnSpc>
              <a:spcBef>
                <a:spcPts val="750"/>
              </a:spcBef>
              <a:buFont typeface="Arial" panose="020B0604020202020204" pitchFamily="34" charset="0"/>
              <a:buChar char="•"/>
            </a:pPr>
            <a:r>
              <a:rPr lang="en-US" sz="1100">
                <a:solidFill>
                  <a:schemeClr val="bg1">
                    <a:alpha val="80000"/>
                  </a:schemeClr>
                </a:solidFill>
                <a:effectLst/>
              </a:rPr>
              <a:t>Basic ATS used simple text queries to screen resumes by matching keywords. </a:t>
            </a:r>
          </a:p>
          <a:p>
            <a:pPr marL="0" indent="-228600">
              <a:lnSpc>
                <a:spcPct val="90000"/>
              </a:lnSpc>
              <a:spcBef>
                <a:spcPts val="1050"/>
              </a:spcBef>
              <a:buFont typeface="Arial" panose="020B0604020202020204" pitchFamily="34" charset="0"/>
              <a:buChar char="•"/>
            </a:pPr>
            <a:r>
              <a:rPr lang="en-US" sz="1100" b="1">
                <a:solidFill>
                  <a:schemeClr val="bg1">
                    <a:alpha val="80000"/>
                  </a:schemeClr>
                </a:solidFill>
                <a:effectLst/>
              </a:rPr>
              <a:t>NLP and ML Progress</a:t>
            </a:r>
            <a:r>
              <a:rPr lang="en-US" sz="1100">
                <a:solidFill>
                  <a:schemeClr val="bg1">
                    <a:alpha val="80000"/>
                  </a:schemeClr>
                </a:solidFill>
                <a:effectLst/>
              </a:rPr>
              <a:t> </a:t>
            </a:r>
          </a:p>
          <a:p>
            <a:pPr marL="0" indent="-228600">
              <a:lnSpc>
                <a:spcPct val="90000"/>
              </a:lnSpc>
              <a:spcBef>
                <a:spcPts val="750"/>
              </a:spcBef>
              <a:buFont typeface="Arial" panose="020B0604020202020204" pitchFamily="34" charset="0"/>
              <a:buChar char="•"/>
            </a:pPr>
            <a:r>
              <a:rPr lang="en-US" sz="1100">
                <a:solidFill>
                  <a:schemeClr val="bg1">
                    <a:alpha val="80000"/>
                  </a:schemeClr>
                </a:solidFill>
                <a:effectLst/>
              </a:rPr>
              <a:t>Systems advanced to semantic understanding, interpreting context and intent beyond frequency. </a:t>
            </a:r>
          </a:p>
          <a:p>
            <a:pPr marL="0" indent="-228600">
              <a:lnSpc>
                <a:spcPct val="90000"/>
              </a:lnSpc>
              <a:spcBef>
                <a:spcPts val="1050"/>
              </a:spcBef>
              <a:buFont typeface="Arial" panose="020B0604020202020204" pitchFamily="34" charset="0"/>
              <a:buChar char="•"/>
            </a:pPr>
            <a:r>
              <a:rPr lang="en-US" sz="1100" b="1">
                <a:solidFill>
                  <a:schemeClr val="bg1">
                    <a:alpha val="80000"/>
                  </a:schemeClr>
                </a:solidFill>
                <a:effectLst/>
              </a:rPr>
              <a:t>Today’s AI Matching</a:t>
            </a:r>
            <a:r>
              <a:rPr lang="en-US" sz="1100">
                <a:solidFill>
                  <a:schemeClr val="bg1">
                    <a:alpha val="80000"/>
                  </a:schemeClr>
                </a:solidFill>
                <a:effectLst/>
              </a:rPr>
              <a:t> </a:t>
            </a:r>
          </a:p>
          <a:p>
            <a:pPr marL="0" indent="-228600">
              <a:lnSpc>
                <a:spcPct val="90000"/>
              </a:lnSpc>
              <a:spcBef>
                <a:spcPts val="750"/>
              </a:spcBef>
              <a:buFont typeface="Arial" panose="020B0604020202020204" pitchFamily="34" charset="0"/>
              <a:buChar char="•"/>
            </a:pPr>
            <a:r>
              <a:rPr lang="en-US" sz="1100">
                <a:solidFill>
                  <a:schemeClr val="bg1">
                    <a:alpha val="80000"/>
                  </a:schemeClr>
                </a:solidFill>
                <a:effectLst/>
              </a:rPr>
              <a:t>Accurate parsing of skills, experience, and education accelerates screening and boosts efficiency. </a:t>
            </a:r>
          </a:p>
          <a:p>
            <a:pPr marL="0" indent="-228600">
              <a:lnSpc>
                <a:spcPct val="90000"/>
              </a:lnSpc>
              <a:spcBef>
                <a:spcPts val="1050"/>
              </a:spcBef>
              <a:buFont typeface="Arial" panose="020B0604020202020204" pitchFamily="34" charset="0"/>
              <a:buChar char="•"/>
            </a:pPr>
            <a:r>
              <a:rPr lang="en-US" sz="1100" b="1">
                <a:solidFill>
                  <a:schemeClr val="bg1">
                    <a:alpha val="80000"/>
                  </a:schemeClr>
                </a:solidFill>
                <a:effectLst/>
              </a:rPr>
              <a:t>Widespread Adoption</a:t>
            </a:r>
            <a:r>
              <a:rPr lang="en-US" sz="1100">
                <a:solidFill>
                  <a:schemeClr val="bg1">
                    <a:alpha val="80000"/>
                  </a:schemeClr>
                </a:solidFill>
                <a:effectLst/>
              </a:rPr>
              <a:t> </a:t>
            </a:r>
          </a:p>
          <a:p>
            <a:pPr marL="0" indent="-228600">
              <a:lnSpc>
                <a:spcPct val="90000"/>
              </a:lnSpc>
              <a:spcBef>
                <a:spcPts val="750"/>
              </a:spcBef>
              <a:buFont typeface="Arial" panose="020B0604020202020204" pitchFamily="34" charset="0"/>
              <a:buChar char="•"/>
            </a:pPr>
            <a:r>
              <a:rPr lang="en-US" sz="1100">
                <a:solidFill>
                  <a:schemeClr val="bg1">
                    <a:alpha val="80000"/>
                  </a:schemeClr>
                </a:solidFill>
                <a:effectLst/>
              </a:rPr>
              <a:t>Over 98% of Fortune 500 use ATS platforms that embed these technologies. </a:t>
            </a:r>
            <a:endParaRPr lang="en-US" sz="1100">
              <a:solidFill>
                <a:schemeClr val="bg1">
                  <a:alpha val="80000"/>
                </a:schemeClr>
              </a:solidFill>
            </a:endParaRPr>
          </a:p>
        </p:txBody>
      </p:sp>
    </p:spTree>
    <p:extLst>
      <p:ext uri="{BB962C8B-B14F-4D97-AF65-F5344CB8AC3E}">
        <p14:creationId xmlns:p14="http://schemas.microsoft.com/office/powerpoint/2010/main" val="2336504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4B0FB3-1011-1561-4DD6-A8695EC672F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52C508-59C0-29E8-9370-AB16AB3F35EE}"/>
              </a:ext>
            </a:extLst>
          </p:cNvPr>
          <p:cNvSpPr>
            <a:spLocks noGrp="1"/>
          </p:cNvSpPr>
          <p:nvPr>
            <p:ph type="title"/>
          </p:nvPr>
        </p:nvSpPr>
        <p:spPr>
          <a:xfrm>
            <a:off x="1102368" y="1877492"/>
            <a:ext cx="4030132" cy="3215373"/>
          </a:xfrm>
        </p:spPr>
        <p:txBody>
          <a:bodyPr>
            <a:normAutofit/>
          </a:bodyPr>
          <a:lstStyle/>
          <a:p>
            <a:pPr algn="ctr"/>
            <a:r>
              <a:rPr lang="en-GB" sz="4200" dirty="0">
                <a:solidFill>
                  <a:srgbClr val="6D7BF7"/>
                </a:solidFill>
                <a:latin typeface="Avenir Next LT Pro" panose="020B0504020202020204" pitchFamily="34" charset="0"/>
                <a:ea typeface="+mn-ea"/>
                <a:cs typeface="+mn-cs"/>
              </a:rPr>
              <a:t>The Solution: CareerPilot</a:t>
            </a:r>
            <a:endParaRPr lang="en-AE" sz="4200" dirty="0">
              <a:solidFill>
                <a:srgbClr val="6D7BF7"/>
              </a:solidFill>
              <a:latin typeface="Avenir Next LT Pro" panose="020B0504020202020204" pitchFamily="34" charset="0"/>
              <a:ea typeface="+mn-ea"/>
              <a:cs typeface="+mn-cs"/>
            </a:endParaRP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A3E18398-CBC9-8C47-2233-818E8C6B9871}"/>
              </a:ext>
            </a:extLst>
          </p:cNvPr>
          <p:cNvSpPr>
            <a:spLocks noGrp="1"/>
          </p:cNvSpPr>
          <p:nvPr>
            <p:ph idx="1"/>
          </p:nvPr>
        </p:nvSpPr>
        <p:spPr>
          <a:xfrm>
            <a:off x="6234868" y="1130846"/>
            <a:ext cx="5217173" cy="4351338"/>
          </a:xfrm>
        </p:spPr>
        <p:txBody>
          <a:bodyPr>
            <a:normAutofit/>
          </a:bodyPr>
          <a:lstStyle/>
          <a:p>
            <a:r>
              <a:rPr lang="en-GB">
                <a:solidFill>
                  <a:schemeClr val="bg1"/>
                </a:solidFill>
                <a:latin typeface="Avenir Next LT Pro" panose="020B0504020202020204" pitchFamily="34" charset="0"/>
              </a:rPr>
              <a:t>AI-powered platform for:</a:t>
            </a:r>
          </a:p>
          <a:p>
            <a:pPr lvl="1"/>
            <a:r>
              <a:rPr lang="en-GB">
                <a:solidFill>
                  <a:schemeClr val="bg1"/>
                </a:solidFill>
                <a:latin typeface="Avenir Next LT Pro" panose="020B0504020202020204" pitchFamily="34" charset="0"/>
              </a:rPr>
              <a:t>JD analysis  </a:t>
            </a:r>
          </a:p>
          <a:p>
            <a:pPr lvl="1"/>
            <a:r>
              <a:rPr lang="en-GB">
                <a:solidFill>
                  <a:schemeClr val="bg1"/>
                </a:solidFill>
                <a:latin typeface="Avenir Next LT Pro" panose="020B0504020202020204" pitchFamily="34" charset="0"/>
              </a:rPr>
              <a:t>Resume matching  </a:t>
            </a:r>
          </a:p>
          <a:p>
            <a:pPr lvl="1"/>
            <a:r>
              <a:rPr lang="en-GB">
                <a:solidFill>
                  <a:schemeClr val="bg1"/>
                </a:solidFill>
                <a:latin typeface="Avenir Next LT Pro" panose="020B0504020202020204" pitchFamily="34" charset="0"/>
              </a:rPr>
              <a:t>Knowledge graph generation  </a:t>
            </a:r>
          </a:p>
          <a:p>
            <a:pPr lvl="1"/>
            <a:r>
              <a:rPr lang="en-GB">
                <a:solidFill>
                  <a:schemeClr val="bg1"/>
                </a:solidFill>
                <a:latin typeface="Avenir Next LT Pro" panose="020B0504020202020204" pitchFamily="34" charset="0"/>
              </a:rPr>
              <a:t>Personalized guidance  </a:t>
            </a:r>
          </a:p>
          <a:p>
            <a:r>
              <a:rPr lang="en-GB">
                <a:solidFill>
                  <a:schemeClr val="bg1"/>
                </a:solidFill>
                <a:latin typeface="Avenir Next LT Pro" panose="020B0504020202020204" pitchFamily="34" charset="0"/>
              </a:rPr>
              <a:t>Built with Gemini, vector search, and secure cloud architecture</a:t>
            </a:r>
            <a:endParaRPr lang="en-AE">
              <a:solidFill>
                <a:schemeClr val="bg1"/>
              </a:solidFill>
              <a:latin typeface="Avenir Next LT Pro" panose="020B0504020202020204" pitchFamily="34" charset="0"/>
            </a:endParaRP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03815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D83AF84-F0B7-9E0B-934B-0F571DD7375C}"/>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0DF084D-AF16-A487-7A21-7AD3A8C2A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736473"/>
            <a:ext cx="11277600" cy="5385053"/>
          </a:xfrm>
          <a:prstGeom prst="rect">
            <a:avLst/>
          </a:prstGeom>
        </p:spPr>
      </p:pic>
    </p:spTree>
    <p:extLst>
      <p:ext uri="{BB962C8B-B14F-4D97-AF65-F5344CB8AC3E}">
        <p14:creationId xmlns:p14="http://schemas.microsoft.com/office/powerpoint/2010/main" val="2966730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BDBED7-4BA9-4E57-7155-2CDFD4D91093}"/>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C412C1-F0A7-E5F8-25B6-84D11BC2C80E}"/>
              </a:ext>
            </a:extLst>
          </p:cNvPr>
          <p:cNvSpPr>
            <a:spLocks noGrp="1"/>
          </p:cNvSpPr>
          <p:nvPr>
            <p:ph type="title"/>
          </p:nvPr>
        </p:nvSpPr>
        <p:spPr>
          <a:xfrm>
            <a:off x="6981823" y="1641752"/>
            <a:ext cx="4391025" cy="1323439"/>
          </a:xfrm>
        </p:spPr>
        <p:txBody>
          <a:bodyPr vert="horz" lIns="91440" tIns="45720" rIns="91440" bIns="45720" rtlCol="0" anchor="t">
            <a:normAutofit/>
          </a:bodyPr>
          <a:lstStyle/>
          <a:p>
            <a:r>
              <a:rPr lang="en-US" sz="4200" dirty="0">
                <a:solidFill>
                  <a:srgbClr val="6D7BF7"/>
                </a:solidFill>
                <a:latin typeface="Avenir Next LT Pro" panose="020B0504020202020204" pitchFamily="34" charset="0"/>
                <a:ea typeface="+mn-ea"/>
                <a:cs typeface="+mn-cs"/>
              </a:rPr>
              <a:t>Technical Architecture</a:t>
            </a:r>
          </a:p>
        </p:txBody>
      </p:sp>
      <p:pic>
        <p:nvPicPr>
          <p:cNvPr id="11" name="Content Placeholder 10">
            <a:extLst>
              <a:ext uri="{FF2B5EF4-FFF2-40B4-BE49-F238E27FC236}">
                <a16:creationId xmlns:a16="http://schemas.microsoft.com/office/drawing/2014/main" id="{7219837F-973E-B830-309E-E4BF396D03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931" y="1429488"/>
            <a:ext cx="4637161" cy="4579200"/>
          </a:xfrm>
          <a:prstGeom prst="rect">
            <a:avLst/>
          </a:prstGeom>
        </p:spPr>
      </p:pic>
      <p:sp>
        <p:nvSpPr>
          <p:cNvPr id="31" name="TextBox 30">
            <a:extLst>
              <a:ext uri="{FF2B5EF4-FFF2-40B4-BE49-F238E27FC236}">
                <a16:creationId xmlns:a16="http://schemas.microsoft.com/office/drawing/2014/main" id="{63C80EFD-CDB7-4E3C-A6C6-8DEBFC597CB3}"/>
              </a:ext>
            </a:extLst>
          </p:cNvPr>
          <p:cNvSpPr txBox="1"/>
          <p:nvPr/>
        </p:nvSpPr>
        <p:spPr>
          <a:xfrm>
            <a:off x="6981824" y="3146400"/>
            <a:ext cx="4391025" cy="2454300"/>
          </a:xfrm>
          <a:prstGeom prst="rect">
            <a:avLst/>
          </a:prstGeom>
        </p:spPr>
        <p:txBody>
          <a:bodyPr vert="horz" lIns="91440" tIns="45720" rIns="91440" bIns="45720" rtlCol="0">
            <a:normAutofit/>
          </a:bodyPr>
          <a:lstStyle/>
          <a:p>
            <a:pPr marL="57150" indent="-228600">
              <a:lnSpc>
                <a:spcPct val="90000"/>
              </a:lnSpc>
              <a:spcAft>
                <a:spcPts val="600"/>
              </a:spcAft>
              <a:buFont typeface="Arial" panose="020B0604020202020204" pitchFamily="34" charset="0"/>
              <a:buChar char="•"/>
            </a:pPr>
            <a:r>
              <a:rPr lang="en-US" sz="2000">
                <a:solidFill>
                  <a:schemeClr val="bg1">
                    <a:alpha val="80000"/>
                  </a:schemeClr>
                </a:solidFill>
              </a:rPr>
              <a:t>Stack:</a:t>
            </a:r>
          </a:p>
          <a:p>
            <a:pPr marL="342900" indent="-228600">
              <a:lnSpc>
                <a:spcPct val="90000"/>
              </a:lnSpc>
              <a:spcAft>
                <a:spcPts val="600"/>
              </a:spcAft>
              <a:buFont typeface="Arial" panose="020B0604020202020204" pitchFamily="34" charset="0"/>
              <a:buChar char="•"/>
            </a:pPr>
            <a:r>
              <a:rPr lang="en-US" sz="2000">
                <a:solidFill>
                  <a:schemeClr val="bg1">
                    <a:alpha val="80000"/>
                  </a:schemeClr>
                </a:solidFill>
              </a:rPr>
              <a:t>FastAPI, Python, Kubernetes (k3s), containerd  </a:t>
            </a:r>
          </a:p>
          <a:p>
            <a:pPr marL="342900" indent="-228600">
              <a:lnSpc>
                <a:spcPct val="90000"/>
              </a:lnSpc>
              <a:spcAft>
                <a:spcPts val="600"/>
              </a:spcAft>
              <a:buFont typeface="Arial" panose="020B0604020202020204" pitchFamily="34" charset="0"/>
              <a:buChar char="•"/>
            </a:pPr>
            <a:r>
              <a:rPr lang="en-US" sz="2000">
                <a:solidFill>
                  <a:schemeClr val="bg1">
                    <a:alpha val="80000"/>
                  </a:schemeClr>
                </a:solidFill>
              </a:rPr>
              <a:t>Gemini (text, vision, embeddings)</a:t>
            </a:r>
          </a:p>
          <a:p>
            <a:pPr marL="342900" indent="-228600">
              <a:lnSpc>
                <a:spcPct val="90000"/>
              </a:lnSpc>
              <a:spcAft>
                <a:spcPts val="600"/>
              </a:spcAft>
              <a:buFont typeface="Arial" panose="020B0604020202020204" pitchFamily="34" charset="0"/>
              <a:buChar char="•"/>
            </a:pPr>
            <a:r>
              <a:rPr lang="en-US" sz="2000">
                <a:solidFill>
                  <a:schemeClr val="bg1">
                    <a:alpha val="80000"/>
                  </a:schemeClr>
                </a:solidFill>
              </a:rPr>
              <a:t>Cloud Run proxy  </a:t>
            </a:r>
          </a:p>
          <a:p>
            <a:pPr marL="342900" indent="-228600">
              <a:lnSpc>
                <a:spcPct val="90000"/>
              </a:lnSpc>
              <a:spcAft>
                <a:spcPts val="600"/>
              </a:spcAft>
              <a:buFont typeface="Arial" panose="020B0604020202020204" pitchFamily="34" charset="0"/>
              <a:buChar char="•"/>
            </a:pPr>
            <a:r>
              <a:rPr lang="en-US" sz="2000">
                <a:solidFill>
                  <a:schemeClr val="bg1">
                    <a:alpha val="80000"/>
                  </a:schemeClr>
                </a:solidFill>
              </a:rPr>
              <a:t>Vector search + agent orchestration</a:t>
            </a:r>
          </a:p>
        </p:txBody>
      </p:sp>
      <p:sp>
        <p:nvSpPr>
          <p:cNvPr id="21" name="Title 1">
            <a:extLst>
              <a:ext uri="{FF2B5EF4-FFF2-40B4-BE49-F238E27FC236}">
                <a16:creationId xmlns:a16="http://schemas.microsoft.com/office/drawing/2014/main" id="{3E757CC1-4767-E5D4-3036-D0239D3624CE}"/>
              </a:ext>
            </a:extLst>
          </p:cNvPr>
          <p:cNvSpPr txBox="1">
            <a:spLocks/>
          </p:cNvSpPr>
          <p:nvPr/>
        </p:nvSpPr>
        <p:spPr>
          <a:xfrm>
            <a:off x="0" y="3658451"/>
            <a:ext cx="4036334" cy="315590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5400" dirty="0">
              <a:solidFill>
                <a:schemeClr val="bg1"/>
              </a:solidFill>
            </a:endParaRPr>
          </a:p>
        </p:txBody>
      </p:sp>
    </p:spTree>
    <p:extLst>
      <p:ext uri="{BB962C8B-B14F-4D97-AF65-F5344CB8AC3E}">
        <p14:creationId xmlns:p14="http://schemas.microsoft.com/office/powerpoint/2010/main" val="2565052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78D5F8C-7309-E52D-C99F-A21A33669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6F9F0-567E-D7AD-3B64-F67C5E8EE5F1}"/>
              </a:ext>
            </a:extLst>
          </p:cNvPr>
          <p:cNvSpPr>
            <a:spLocks noGrp="1"/>
          </p:cNvSpPr>
          <p:nvPr>
            <p:ph type="title"/>
          </p:nvPr>
        </p:nvSpPr>
        <p:spPr>
          <a:xfrm>
            <a:off x="157886" y="211507"/>
            <a:ext cx="10515600" cy="761416"/>
          </a:xfrm>
        </p:spPr>
        <p:txBody>
          <a:bodyPr/>
          <a:lstStyle/>
          <a:p>
            <a:r>
              <a:rPr lang="en-GB" sz="4200" dirty="0">
                <a:solidFill>
                  <a:srgbClr val="6D7BF7"/>
                </a:solidFill>
                <a:latin typeface="Avenir Next LT Pro" panose="020B0504020202020204" pitchFamily="34" charset="0"/>
                <a:ea typeface="+mn-ea"/>
                <a:cs typeface="+mn-cs"/>
              </a:rPr>
              <a:t>Engineering Challenges &amp; Solutions</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D16E9ABF-8B6F-FC8C-6A74-44C71E0E7EEA}"/>
              </a:ext>
            </a:extLst>
          </p:cNvPr>
          <p:cNvGraphicFramePr>
            <a:graphicFrameLocks noGrp="1"/>
          </p:cNvGraphicFramePr>
          <p:nvPr>
            <p:ph idx="1"/>
          </p:nvPr>
        </p:nvGraphicFramePr>
        <p:xfrm>
          <a:off x="252984" y="972923"/>
          <a:ext cx="10515600" cy="58850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2438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C1145C7-4C1E-7A2E-2F40-0F7CC61D1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C78E8-B65D-F706-A195-9BA0AB6ADD36}"/>
              </a:ext>
            </a:extLst>
          </p:cNvPr>
          <p:cNvSpPr>
            <a:spLocks noGrp="1"/>
          </p:cNvSpPr>
          <p:nvPr>
            <p:ph type="title"/>
          </p:nvPr>
        </p:nvSpPr>
        <p:spPr>
          <a:xfrm>
            <a:off x="838200" y="365126"/>
            <a:ext cx="10515600" cy="761416"/>
          </a:xfrm>
        </p:spPr>
        <p:txBody>
          <a:bodyPr/>
          <a:lstStyle/>
          <a:p>
            <a:r>
              <a:rPr lang="en-GB" sz="4200" dirty="0">
                <a:solidFill>
                  <a:srgbClr val="6D7BF7"/>
                </a:solidFill>
                <a:latin typeface="Avenir Next LT Pro" panose="020B0504020202020204" pitchFamily="34" charset="0"/>
                <a:ea typeface="+mn-ea"/>
                <a:cs typeface="+mn-cs"/>
              </a:rPr>
              <a:t>Case Study Impact</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2363F63E-3F4C-BFBB-4025-E9CAD69495CF}"/>
              </a:ext>
            </a:extLst>
          </p:cNvPr>
          <p:cNvGraphicFramePr>
            <a:graphicFrameLocks noGrp="1"/>
          </p:cNvGraphicFramePr>
          <p:nvPr>
            <p:ph idx="1"/>
          </p:nvPr>
        </p:nvGraphicFramePr>
        <p:xfrm>
          <a:off x="838200" y="1309420"/>
          <a:ext cx="10515600" cy="5548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1676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511F367-5BE8-96EE-59B4-66DAA8CE9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92630-2714-DE71-C64E-3F95E5210FB1}"/>
              </a:ext>
            </a:extLst>
          </p:cNvPr>
          <p:cNvSpPr>
            <a:spLocks noGrp="1"/>
          </p:cNvSpPr>
          <p:nvPr>
            <p:ph type="title"/>
          </p:nvPr>
        </p:nvSpPr>
        <p:spPr>
          <a:xfrm>
            <a:off x="838200" y="365126"/>
            <a:ext cx="10515600" cy="761416"/>
          </a:xfrm>
        </p:spPr>
        <p:txBody>
          <a:bodyPr/>
          <a:lstStyle/>
          <a:p>
            <a:r>
              <a:rPr lang="en-GB" sz="4200" dirty="0">
                <a:solidFill>
                  <a:srgbClr val="6D7BF7"/>
                </a:solidFill>
                <a:latin typeface="Avenir Next LT Pro" panose="020B0504020202020204" pitchFamily="34" charset="0"/>
                <a:ea typeface="+mn-ea"/>
                <a:cs typeface="+mn-cs"/>
              </a:rPr>
              <a:t>Market Opportunity</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DB092D76-9786-F3CD-B756-35D7A2821388}"/>
              </a:ext>
            </a:extLst>
          </p:cNvPr>
          <p:cNvGraphicFramePr>
            <a:graphicFrameLocks noGrp="1"/>
          </p:cNvGraphicFramePr>
          <p:nvPr>
            <p:ph idx="1"/>
          </p:nvPr>
        </p:nvGraphicFramePr>
        <p:xfrm>
          <a:off x="838200" y="1309420"/>
          <a:ext cx="10515600" cy="5548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3533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F9C6074-30A1-388E-B262-50B06F84260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F8381E2-EF4D-B89B-7A40-25ABE66B8E7C}"/>
              </a:ext>
            </a:extLst>
          </p:cNvPr>
          <p:cNvSpPr>
            <a:spLocks noGrp="1"/>
          </p:cNvSpPr>
          <p:nvPr>
            <p:ph type="title"/>
          </p:nvPr>
        </p:nvSpPr>
        <p:spPr>
          <a:xfrm>
            <a:off x="838200" y="673770"/>
            <a:ext cx="3220329" cy="2027227"/>
          </a:xfrm>
        </p:spPr>
        <p:txBody>
          <a:bodyPr anchor="t">
            <a:normAutofit/>
          </a:bodyPr>
          <a:lstStyle/>
          <a:p>
            <a:r>
              <a:rPr lang="en-GB" sz="4200" dirty="0">
                <a:solidFill>
                  <a:srgbClr val="6D7BF7"/>
                </a:solidFill>
                <a:latin typeface="Avenir Next LT Pro" panose="020B0504020202020204" pitchFamily="34" charset="0"/>
                <a:ea typeface="+mn-ea"/>
                <a:cs typeface="+mn-cs"/>
              </a:rPr>
              <a:t>Business Model</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72B5BF35-ABFE-9165-1681-1BAF45DA311E}"/>
              </a:ext>
            </a:extLst>
          </p:cNvPr>
          <p:cNvGraphicFramePr>
            <a:graphicFrameLocks noGrp="1"/>
          </p:cNvGraphicFramePr>
          <p:nvPr>
            <p:ph idx="1"/>
            <p:extLst>
              <p:ext uri="{D42A27DB-BD31-4B8C-83A1-F6EECF244321}">
                <p14:modId xmlns:p14="http://schemas.microsoft.com/office/powerpoint/2010/main" val="694633073"/>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8489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CD02EB-6173-42B4-1DB5-8BE2A9B6F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9C113-A000-77E5-80DA-3633D5C36BD0}"/>
              </a:ext>
            </a:extLst>
          </p:cNvPr>
          <p:cNvSpPr>
            <a:spLocks noGrp="1"/>
          </p:cNvSpPr>
          <p:nvPr>
            <p:ph type="title"/>
          </p:nvPr>
        </p:nvSpPr>
        <p:spPr>
          <a:xfrm>
            <a:off x="838200" y="365126"/>
            <a:ext cx="10515600" cy="761416"/>
          </a:xfrm>
        </p:spPr>
        <p:txBody>
          <a:bodyPr/>
          <a:lstStyle/>
          <a:p>
            <a:r>
              <a:rPr lang="en-GB" sz="4200" dirty="0">
                <a:solidFill>
                  <a:srgbClr val="6D7BF7"/>
                </a:solidFill>
                <a:latin typeface="Avenir Next LT Pro" panose="020B0504020202020204" pitchFamily="34" charset="0"/>
                <a:ea typeface="+mn-ea"/>
                <a:cs typeface="+mn-cs"/>
              </a:rPr>
              <a:t>Competitive Landscape</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DBEF4578-AB4F-92FD-A22B-AA38CF52CB91}"/>
              </a:ext>
            </a:extLst>
          </p:cNvPr>
          <p:cNvGraphicFramePr>
            <a:graphicFrameLocks noGrp="1"/>
          </p:cNvGraphicFramePr>
          <p:nvPr>
            <p:ph idx="1"/>
          </p:nvPr>
        </p:nvGraphicFramePr>
        <p:xfrm>
          <a:off x="838200" y="1309420"/>
          <a:ext cx="10515600" cy="5548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5197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B0CDAB-0B41-3FCF-946A-53A0FDBCB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FB897-1868-ABB3-D030-E81056E98FFE}"/>
              </a:ext>
            </a:extLst>
          </p:cNvPr>
          <p:cNvSpPr>
            <a:spLocks noGrp="1"/>
          </p:cNvSpPr>
          <p:nvPr>
            <p:ph type="title"/>
          </p:nvPr>
        </p:nvSpPr>
        <p:spPr>
          <a:xfrm>
            <a:off x="838200" y="365126"/>
            <a:ext cx="10515600" cy="761416"/>
          </a:xfrm>
        </p:spPr>
        <p:txBody>
          <a:bodyPr/>
          <a:lstStyle/>
          <a:p>
            <a:r>
              <a:rPr lang="en-GB" sz="4200">
                <a:solidFill>
                  <a:srgbClr val="6D7BF7"/>
                </a:solidFill>
                <a:latin typeface="Avenir Next LT Pro" panose="020B0504020202020204" pitchFamily="34" charset="0"/>
                <a:ea typeface="+mn-ea"/>
                <a:cs typeface="+mn-cs"/>
              </a:rPr>
              <a:t>Roadmap</a:t>
            </a:r>
            <a:endParaRPr lang="en-AE" sz="4200" dirty="0">
              <a:solidFill>
                <a:srgbClr val="6D7BF7"/>
              </a:solidFill>
              <a:latin typeface="Avenir Next LT Pro" panose="020B0504020202020204" pitchFamily="34" charset="0"/>
              <a:ea typeface="+mn-ea"/>
              <a:cs typeface="+mn-cs"/>
            </a:endParaRPr>
          </a:p>
        </p:txBody>
      </p:sp>
      <p:graphicFrame>
        <p:nvGraphicFramePr>
          <p:cNvPr id="8" name="Content Placeholder 2">
            <a:extLst>
              <a:ext uri="{FF2B5EF4-FFF2-40B4-BE49-F238E27FC236}">
                <a16:creationId xmlns:a16="http://schemas.microsoft.com/office/drawing/2014/main" id="{4A21D816-57D7-07F2-845F-9F52102D27FB}"/>
              </a:ext>
            </a:extLst>
          </p:cNvPr>
          <p:cNvGraphicFramePr>
            <a:graphicFrameLocks noGrp="1"/>
          </p:cNvGraphicFramePr>
          <p:nvPr>
            <p:ph idx="1"/>
          </p:nvPr>
        </p:nvGraphicFramePr>
        <p:xfrm>
          <a:off x="838200" y="1309420"/>
          <a:ext cx="10515600" cy="5548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934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2311D98-509D-1D4D-DE01-88EB5FF98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FDC2A-55D2-F551-DD7A-11BD7149A98A}"/>
              </a:ext>
            </a:extLst>
          </p:cNvPr>
          <p:cNvSpPr>
            <a:spLocks noGrp="1"/>
          </p:cNvSpPr>
          <p:nvPr>
            <p:ph type="title"/>
          </p:nvPr>
        </p:nvSpPr>
        <p:spPr>
          <a:xfrm>
            <a:off x="838200" y="365126"/>
            <a:ext cx="10515600" cy="761416"/>
          </a:xfrm>
        </p:spPr>
        <p:txBody>
          <a:bodyPr/>
          <a:lstStyle/>
          <a:p>
            <a:r>
              <a:rPr lang="en-GB" sz="4200" dirty="0">
                <a:solidFill>
                  <a:srgbClr val="6D7BF7"/>
                </a:solidFill>
                <a:latin typeface="Avenir Next LT Pro" panose="020B0504020202020204" pitchFamily="34" charset="0"/>
                <a:ea typeface="+mn-ea"/>
                <a:cs typeface="+mn-cs"/>
              </a:rPr>
              <a:t>Team &amp; Background</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42B52D78-6568-A782-BE34-D6ECF18DD455}"/>
              </a:ext>
            </a:extLst>
          </p:cNvPr>
          <p:cNvGraphicFramePr>
            <a:graphicFrameLocks noGrp="1"/>
          </p:cNvGraphicFramePr>
          <p:nvPr>
            <p:ph idx="1"/>
          </p:nvPr>
        </p:nvGraphicFramePr>
        <p:xfrm>
          <a:off x="838200" y="1309420"/>
          <a:ext cx="10515600" cy="5548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9496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B94B5EB-18A7-5EA1-BE63-BF3608D474A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94A36-13E6-B020-1247-35270DFB4A15}"/>
              </a:ext>
            </a:extLst>
          </p:cNvPr>
          <p:cNvSpPr>
            <a:spLocks noGrp="1"/>
          </p:cNvSpPr>
          <p:nvPr>
            <p:ph type="title"/>
          </p:nvPr>
        </p:nvSpPr>
        <p:spPr>
          <a:xfrm>
            <a:off x="586478" y="1683756"/>
            <a:ext cx="3115265" cy="2396359"/>
          </a:xfrm>
        </p:spPr>
        <p:txBody>
          <a:bodyPr anchor="b">
            <a:normAutofit/>
          </a:bodyPr>
          <a:lstStyle/>
          <a:p>
            <a:pPr algn="r"/>
            <a:r>
              <a:rPr lang="en-GB" sz="4200" dirty="0">
                <a:solidFill>
                  <a:srgbClr val="6D7BF7"/>
                </a:solidFill>
                <a:latin typeface="Avenir Next LT Pro" panose="020B0504020202020204" pitchFamily="34" charset="0"/>
                <a:ea typeface="+mn-ea"/>
                <a:cs typeface="+mn-cs"/>
              </a:rPr>
              <a:t>Ask / Investment Opportunity</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CAE40CD6-5E3F-D93F-AD00-F2157DF233FA}"/>
              </a:ext>
            </a:extLst>
          </p:cNvPr>
          <p:cNvGraphicFramePr>
            <a:graphicFrameLocks noGrp="1"/>
          </p:cNvGraphicFramePr>
          <p:nvPr>
            <p:ph idx="1"/>
            <p:extLst>
              <p:ext uri="{D42A27DB-BD31-4B8C-83A1-F6EECF244321}">
                <p14:modId xmlns:p14="http://schemas.microsoft.com/office/powerpoint/2010/main" val="256609445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0784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CEBEAD-8F53-C966-1757-40674F230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24FA3-6D2E-F448-B3FA-443AD04A1E83}"/>
              </a:ext>
            </a:extLst>
          </p:cNvPr>
          <p:cNvSpPr>
            <a:spLocks noGrp="1"/>
          </p:cNvSpPr>
          <p:nvPr>
            <p:ph type="title"/>
          </p:nvPr>
        </p:nvSpPr>
        <p:spPr>
          <a:xfrm>
            <a:off x="838200" y="365126"/>
            <a:ext cx="10515600" cy="761416"/>
          </a:xfrm>
        </p:spPr>
        <p:txBody>
          <a:bodyPr/>
          <a:lstStyle/>
          <a:p>
            <a:r>
              <a:rPr lang="en-GB" sz="4200" dirty="0">
                <a:solidFill>
                  <a:srgbClr val="6D7BF7"/>
                </a:solidFill>
                <a:latin typeface="Avenir Next LT Pro" panose="020B0504020202020204" pitchFamily="34" charset="0"/>
                <a:ea typeface="+mn-ea"/>
                <a:cs typeface="+mn-cs"/>
              </a:rPr>
              <a:t>Thank You / Contact</a:t>
            </a:r>
            <a:endParaRPr lang="en-AE" sz="4200" dirty="0">
              <a:solidFill>
                <a:srgbClr val="6D7BF7"/>
              </a:solidFill>
              <a:latin typeface="Avenir Next LT Pro" panose="020B0504020202020204" pitchFamily="34" charset="0"/>
              <a:ea typeface="+mn-ea"/>
              <a:cs typeface="+mn-cs"/>
            </a:endParaRPr>
          </a:p>
        </p:txBody>
      </p:sp>
      <p:graphicFrame>
        <p:nvGraphicFramePr>
          <p:cNvPr id="5" name="Content Placeholder 2">
            <a:extLst>
              <a:ext uri="{FF2B5EF4-FFF2-40B4-BE49-F238E27FC236}">
                <a16:creationId xmlns:a16="http://schemas.microsoft.com/office/drawing/2014/main" id="{E98AC01B-7D3A-A5B4-366F-D90028A3976C}"/>
              </a:ext>
            </a:extLst>
          </p:cNvPr>
          <p:cNvGraphicFramePr>
            <a:graphicFrameLocks noGrp="1"/>
          </p:cNvGraphicFramePr>
          <p:nvPr>
            <p:ph idx="1"/>
          </p:nvPr>
        </p:nvGraphicFramePr>
        <p:xfrm>
          <a:off x="838200" y="1309420"/>
          <a:ext cx="10515600" cy="5548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4150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TotalTime>
  <Words>831</Words>
  <Application>Microsoft Office PowerPoint</Application>
  <PresentationFormat>Widescreen</PresentationFormat>
  <Paragraphs>126</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Avenir Next LT Pro</vt:lpstr>
      <vt:lpstr>Avenir Next LT Pro Bold</vt:lpstr>
      <vt:lpstr>Office Theme</vt:lpstr>
      <vt:lpstr>PowerPoint Presentation</vt:lpstr>
      <vt:lpstr>PowerPoint Presentation</vt:lpstr>
      <vt:lpstr>PowerPoint Presentation</vt:lpstr>
      <vt:lpstr>PowerPoint Presentation</vt:lpstr>
      <vt:lpstr>The Solution: CareerPilot</vt:lpstr>
      <vt:lpstr>PowerPoint Presentation</vt:lpstr>
      <vt:lpstr>Technical Architecture</vt:lpstr>
      <vt:lpstr>Engineering Challenges &amp; Solutions</vt:lpstr>
      <vt:lpstr>Case Study Impact</vt:lpstr>
      <vt:lpstr>Market Opportunity</vt:lpstr>
      <vt:lpstr>Business Model</vt:lpstr>
      <vt:lpstr>Competitive Landscape</vt:lpstr>
      <vt:lpstr>Roadmap</vt:lpstr>
      <vt:lpstr>Team &amp; Background</vt:lpstr>
      <vt:lpstr>Ask / Investment Opportunity</vt:lpstr>
      <vt:lpstr>Thank You / Contact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Niraj Adhikary</dc:creator>
  <cp:lastModifiedBy>Niraj Adhikary</cp:lastModifiedBy>
  <cp:revision>138</cp:revision>
  <dcterms:created xsi:type="dcterms:W3CDTF">2026-01-29T13:55:26Z</dcterms:created>
  <dcterms:modified xsi:type="dcterms:W3CDTF">2026-01-29T20:12:10Z</dcterms:modified>
</cp:coreProperties>
</file>